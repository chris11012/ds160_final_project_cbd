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6" y="2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5CCF7-76F6-402D-85F8-DD0D77F684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352ECA-DE43-4149-8019-84F18A174F9A}">
      <dgm:prSet/>
      <dgm:spPr/>
      <dgm:t>
        <a:bodyPr/>
        <a:lstStyle/>
        <a:p>
          <a:r>
            <a:rPr lang="en-US" dirty="0"/>
            <a:t>Regression Question: How do hours studied and previous scores predict a student's exam score?</a:t>
          </a:r>
        </a:p>
      </dgm:t>
    </dgm:pt>
    <dgm:pt modelId="{FDB2D18E-19BF-4379-AAD0-653B9C46C153}" type="parTrans" cxnId="{ECDFFD5A-D8B0-4DD7-A7B6-81EB2D0AF850}">
      <dgm:prSet/>
      <dgm:spPr/>
      <dgm:t>
        <a:bodyPr/>
        <a:lstStyle/>
        <a:p>
          <a:endParaRPr lang="en-US"/>
        </a:p>
      </dgm:t>
    </dgm:pt>
    <dgm:pt modelId="{51D0293B-3D66-4435-8587-E8C83C0E245E}" type="sibTrans" cxnId="{ECDFFD5A-D8B0-4DD7-A7B6-81EB2D0AF850}">
      <dgm:prSet/>
      <dgm:spPr/>
      <dgm:t>
        <a:bodyPr/>
        <a:lstStyle/>
        <a:p>
          <a:endParaRPr lang="en-US"/>
        </a:p>
      </dgm:t>
    </dgm:pt>
    <dgm:pt modelId="{182F6990-B1AF-43DD-8AF0-73951990768F}">
      <dgm:prSet/>
      <dgm:spPr/>
      <dgm:t>
        <a:bodyPr/>
        <a:lstStyle/>
        <a:p>
          <a:r>
            <a:rPr lang="en-US"/>
            <a:t>Classification Question: Can we classify whether a student scores above average based on study habits and socioeconomic factors?</a:t>
          </a:r>
        </a:p>
      </dgm:t>
    </dgm:pt>
    <dgm:pt modelId="{FC3AB916-E483-476A-952F-AA4256E73B17}" type="parTrans" cxnId="{455E69F4-8EB7-49C1-A07A-2C10FB38868A}">
      <dgm:prSet/>
      <dgm:spPr/>
      <dgm:t>
        <a:bodyPr/>
        <a:lstStyle/>
        <a:p>
          <a:endParaRPr lang="en-US"/>
        </a:p>
      </dgm:t>
    </dgm:pt>
    <dgm:pt modelId="{41441CB0-0A18-456C-99FC-F34824AD6ACF}" type="sibTrans" cxnId="{455E69F4-8EB7-49C1-A07A-2C10FB38868A}">
      <dgm:prSet/>
      <dgm:spPr/>
      <dgm:t>
        <a:bodyPr/>
        <a:lstStyle/>
        <a:p>
          <a:endParaRPr lang="en-US"/>
        </a:p>
      </dgm:t>
    </dgm:pt>
    <dgm:pt modelId="{5649683E-173B-432C-86AF-B68DB6F08B59}" type="pres">
      <dgm:prSet presAssocID="{CEA5CCF7-76F6-402D-85F8-DD0D77F684AC}" presName="root" presStyleCnt="0">
        <dgm:presLayoutVars>
          <dgm:dir/>
          <dgm:resizeHandles val="exact"/>
        </dgm:presLayoutVars>
      </dgm:prSet>
      <dgm:spPr/>
    </dgm:pt>
    <dgm:pt modelId="{8EFB62E5-72AB-4E81-90F6-B049AD8AF6B4}" type="pres">
      <dgm:prSet presAssocID="{A6352ECA-DE43-4149-8019-84F18A174F9A}" presName="compNode" presStyleCnt="0"/>
      <dgm:spPr/>
    </dgm:pt>
    <dgm:pt modelId="{CE710A7C-362B-41BC-AF0D-3665DC275881}" type="pres">
      <dgm:prSet presAssocID="{A6352ECA-DE43-4149-8019-84F18A174F9A}" presName="bgRect" presStyleLbl="bgShp" presStyleIdx="0" presStyleCnt="2"/>
      <dgm:spPr/>
    </dgm:pt>
    <dgm:pt modelId="{2E11223E-474A-40A3-82DC-43F8367FA987}" type="pres">
      <dgm:prSet presAssocID="{A6352ECA-DE43-4149-8019-84F18A174F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C6A154-5D2E-4669-BFD1-BE4FA96A346D}" type="pres">
      <dgm:prSet presAssocID="{A6352ECA-DE43-4149-8019-84F18A174F9A}" presName="spaceRect" presStyleCnt="0"/>
      <dgm:spPr/>
    </dgm:pt>
    <dgm:pt modelId="{3C7A2D0B-C8D5-42E6-ACDF-CD495106511C}" type="pres">
      <dgm:prSet presAssocID="{A6352ECA-DE43-4149-8019-84F18A174F9A}" presName="parTx" presStyleLbl="revTx" presStyleIdx="0" presStyleCnt="2">
        <dgm:presLayoutVars>
          <dgm:chMax val="0"/>
          <dgm:chPref val="0"/>
        </dgm:presLayoutVars>
      </dgm:prSet>
      <dgm:spPr/>
    </dgm:pt>
    <dgm:pt modelId="{841198AE-790A-4645-B309-8E272B1DAED2}" type="pres">
      <dgm:prSet presAssocID="{51D0293B-3D66-4435-8587-E8C83C0E245E}" presName="sibTrans" presStyleCnt="0"/>
      <dgm:spPr/>
    </dgm:pt>
    <dgm:pt modelId="{BE3043AE-54FD-4427-9346-862B31AEFEAB}" type="pres">
      <dgm:prSet presAssocID="{182F6990-B1AF-43DD-8AF0-73951990768F}" presName="compNode" presStyleCnt="0"/>
      <dgm:spPr/>
    </dgm:pt>
    <dgm:pt modelId="{0D6F687C-71DC-486C-ACDE-522CEF8D0BBF}" type="pres">
      <dgm:prSet presAssocID="{182F6990-B1AF-43DD-8AF0-73951990768F}" presName="bgRect" presStyleLbl="bgShp" presStyleIdx="1" presStyleCnt="2"/>
      <dgm:spPr/>
    </dgm:pt>
    <dgm:pt modelId="{9480E1E5-D5B5-4B94-849C-1A9C29E35B0A}" type="pres">
      <dgm:prSet presAssocID="{182F6990-B1AF-43DD-8AF0-73951990768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12D2787-6B2A-4422-AF99-4643AA5C378D}" type="pres">
      <dgm:prSet presAssocID="{182F6990-B1AF-43DD-8AF0-73951990768F}" presName="spaceRect" presStyleCnt="0"/>
      <dgm:spPr/>
    </dgm:pt>
    <dgm:pt modelId="{4DBDCBB8-E8CB-48E6-9BA6-6357EAE2D5FE}" type="pres">
      <dgm:prSet presAssocID="{182F6990-B1AF-43DD-8AF0-73951990768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C5BA009-08BD-4DB3-A725-AA4383591421}" type="presOf" srcId="{A6352ECA-DE43-4149-8019-84F18A174F9A}" destId="{3C7A2D0B-C8D5-42E6-ACDF-CD495106511C}" srcOrd="0" destOrd="0" presId="urn:microsoft.com/office/officeart/2018/2/layout/IconVerticalSolidList"/>
    <dgm:cxn modelId="{795F7837-FEC4-4EA2-BBA5-8F0947E39C25}" type="presOf" srcId="{182F6990-B1AF-43DD-8AF0-73951990768F}" destId="{4DBDCBB8-E8CB-48E6-9BA6-6357EAE2D5FE}" srcOrd="0" destOrd="0" presId="urn:microsoft.com/office/officeart/2018/2/layout/IconVerticalSolidList"/>
    <dgm:cxn modelId="{8772B841-44E9-4EFC-BFC0-F39C498781CD}" type="presOf" srcId="{CEA5CCF7-76F6-402D-85F8-DD0D77F684AC}" destId="{5649683E-173B-432C-86AF-B68DB6F08B59}" srcOrd="0" destOrd="0" presId="urn:microsoft.com/office/officeart/2018/2/layout/IconVerticalSolidList"/>
    <dgm:cxn modelId="{ECDFFD5A-D8B0-4DD7-A7B6-81EB2D0AF850}" srcId="{CEA5CCF7-76F6-402D-85F8-DD0D77F684AC}" destId="{A6352ECA-DE43-4149-8019-84F18A174F9A}" srcOrd="0" destOrd="0" parTransId="{FDB2D18E-19BF-4379-AAD0-653B9C46C153}" sibTransId="{51D0293B-3D66-4435-8587-E8C83C0E245E}"/>
    <dgm:cxn modelId="{455E69F4-8EB7-49C1-A07A-2C10FB38868A}" srcId="{CEA5CCF7-76F6-402D-85F8-DD0D77F684AC}" destId="{182F6990-B1AF-43DD-8AF0-73951990768F}" srcOrd="1" destOrd="0" parTransId="{FC3AB916-E483-476A-952F-AA4256E73B17}" sibTransId="{41441CB0-0A18-456C-99FC-F34824AD6ACF}"/>
    <dgm:cxn modelId="{4975B219-7CBB-4578-9427-8EA6582964DF}" type="presParOf" srcId="{5649683E-173B-432C-86AF-B68DB6F08B59}" destId="{8EFB62E5-72AB-4E81-90F6-B049AD8AF6B4}" srcOrd="0" destOrd="0" presId="urn:microsoft.com/office/officeart/2018/2/layout/IconVerticalSolidList"/>
    <dgm:cxn modelId="{749CDEF8-A700-48A7-A053-049FF42735A8}" type="presParOf" srcId="{8EFB62E5-72AB-4E81-90F6-B049AD8AF6B4}" destId="{CE710A7C-362B-41BC-AF0D-3665DC275881}" srcOrd="0" destOrd="0" presId="urn:microsoft.com/office/officeart/2018/2/layout/IconVerticalSolidList"/>
    <dgm:cxn modelId="{E57E7B5F-0ADD-421F-B969-E09DA20F96B5}" type="presParOf" srcId="{8EFB62E5-72AB-4E81-90F6-B049AD8AF6B4}" destId="{2E11223E-474A-40A3-82DC-43F8367FA987}" srcOrd="1" destOrd="0" presId="urn:microsoft.com/office/officeart/2018/2/layout/IconVerticalSolidList"/>
    <dgm:cxn modelId="{0DB7FD33-4584-47AC-BB21-4CE988339522}" type="presParOf" srcId="{8EFB62E5-72AB-4E81-90F6-B049AD8AF6B4}" destId="{36C6A154-5D2E-4669-BFD1-BE4FA96A346D}" srcOrd="2" destOrd="0" presId="urn:microsoft.com/office/officeart/2018/2/layout/IconVerticalSolidList"/>
    <dgm:cxn modelId="{5ACB04FB-064C-45A7-B436-DC72D99530CE}" type="presParOf" srcId="{8EFB62E5-72AB-4E81-90F6-B049AD8AF6B4}" destId="{3C7A2D0B-C8D5-42E6-ACDF-CD495106511C}" srcOrd="3" destOrd="0" presId="urn:microsoft.com/office/officeart/2018/2/layout/IconVerticalSolidList"/>
    <dgm:cxn modelId="{83312B19-F28F-4502-B1A2-FF1455294257}" type="presParOf" srcId="{5649683E-173B-432C-86AF-B68DB6F08B59}" destId="{841198AE-790A-4645-B309-8E272B1DAED2}" srcOrd="1" destOrd="0" presId="urn:microsoft.com/office/officeart/2018/2/layout/IconVerticalSolidList"/>
    <dgm:cxn modelId="{02AD69CF-F382-4C03-82EE-F96C742C8097}" type="presParOf" srcId="{5649683E-173B-432C-86AF-B68DB6F08B59}" destId="{BE3043AE-54FD-4427-9346-862B31AEFEAB}" srcOrd="2" destOrd="0" presId="urn:microsoft.com/office/officeart/2018/2/layout/IconVerticalSolidList"/>
    <dgm:cxn modelId="{0A6F939A-9E70-4882-877A-018C00625F5C}" type="presParOf" srcId="{BE3043AE-54FD-4427-9346-862B31AEFEAB}" destId="{0D6F687C-71DC-486C-ACDE-522CEF8D0BBF}" srcOrd="0" destOrd="0" presId="urn:microsoft.com/office/officeart/2018/2/layout/IconVerticalSolidList"/>
    <dgm:cxn modelId="{211ADFC6-F95D-4C88-8D3C-9EAB2141FE9D}" type="presParOf" srcId="{BE3043AE-54FD-4427-9346-862B31AEFEAB}" destId="{9480E1E5-D5B5-4B94-849C-1A9C29E35B0A}" srcOrd="1" destOrd="0" presId="urn:microsoft.com/office/officeart/2018/2/layout/IconVerticalSolidList"/>
    <dgm:cxn modelId="{D016C45F-72FF-431F-8808-7F5CB8D4CD01}" type="presParOf" srcId="{BE3043AE-54FD-4427-9346-862B31AEFEAB}" destId="{712D2787-6B2A-4422-AF99-4643AA5C378D}" srcOrd="2" destOrd="0" presId="urn:microsoft.com/office/officeart/2018/2/layout/IconVerticalSolidList"/>
    <dgm:cxn modelId="{DCD4D58C-039A-4C97-BD90-1511F0509B3B}" type="presParOf" srcId="{BE3043AE-54FD-4427-9346-862B31AEFEAB}" destId="{4DBDCBB8-E8CB-48E6-9BA6-6357EAE2D5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D38660-50E4-4F15-A0AC-4A554AB710BB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7046F2-4394-46FC-B33D-F4940625B75D}">
      <dgm:prSet/>
      <dgm:spPr/>
      <dgm:t>
        <a:bodyPr/>
        <a:lstStyle/>
        <a:p>
          <a:r>
            <a:rPr lang="en-US"/>
            <a:t>6,607 student records</a:t>
          </a:r>
        </a:p>
      </dgm:t>
    </dgm:pt>
    <dgm:pt modelId="{7C08EAF4-4A58-495B-9463-5E18D95281A1}" type="parTrans" cxnId="{6BA1A269-3793-4D56-BC14-92162556269A}">
      <dgm:prSet/>
      <dgm:spPr/>
      <dgm:t>
        <a:bodyPr/>
        <a:lstStyle/>
        <a:p>
          <a:endParaRPr lang="en-US"/>
        </a:p>
      </dgm:t>
    </dgm:pt>
    <dgm:pt modelId="{66A52A38-BF32-4725-B4B8-A089CF304B14}" type="sibTrans" cxnId="{6BA1A269-3793-4D56-BC14-92162556269A}">
      <dgm:prSet/>
      <dgm:spPr/>
      <dgm:t>
        <a:bodyPr/>
        <a:lstStyle/>
        <a:p>
          <a:endParaRPr lang="en-US"/>
        </a:p>
      </dgm:t>
    </dgm:pt>
    <dgm:pt modelId="{2D380183-4778-475B-A660-D12B79B3FC13}">
      <dgm:prSet/>
      <dgm:spPr/>
      <dgm:t>
        <a:bodyPr/>
        <a:lstStyle/>
        <a:p>
          <a:r>
            <a:rPr lang="en-US" b="1"/>
            <a:t>Numerical</a:t>
          </a:r>
          <a:r>
            <a:rPr lang="en-US"/>
            <a:t>: Hours_Studied, Sleep_Hours, Attendance, Tutoring_Sessions</a:t>
          </a:r>
        </a:p>
      </dgm:t>
    </dgm:pt>
    <dgm:pt modelId="{9BFE6DDF-30F7-425E-A386-7C99C91B3D8B}" type="parTrans" cxnId="{13FA8143-263D-4C1D-AE31-1F189C961156}">
      <dgm:prSet/>
      <dgm:spPr/>
      <dgm:t>
        <a:bodyPr/>
        <a:lstStyle/>
        <a:p>
          <a:endParaRPr lang="en-US"/>
        </a:p>
      </dgm:t>
    </dgm:pt>
    <dgm:pt modelId="{C63CC165-1AD2-4850-B295-DA875AD43808}" type="sibTrans" cxnId="{13FA8143-263D-4C1D-AE31-1F189C961156}">
      <dgm:prSet/>
      <dgm:spPr/>
      <dgm:t>
        <a:bodyPr/>
        <a:lstStyle/>
        <a:p>
          <a:endParaRPr lang="en-US"/>
        </a:p>
      </dgm:t>
    </dgm:pt>
    <dgm:pt modelId="{D6E7735C-EEA6-4F84-9AEB-C85156003B58}">
      <dgm:prSet/>
      <dgm:spPr/>
      <dgm:t>
        <a:bodyPr/>
        <a:lstStyle/>
        <a:p>
          <a:r>
            <a:rPr lang="en-US"/>
            <a:t>Categorical: Gender, Parental_Education_Level, Motivation_Level, etc…</a:t>
          </a:r>
        </a:p>
      </dgm:t>
    </dgm:pt>
    <dgm:pt modelId="{4B6A031F-76C7-4490-8DE3-35D136D3A2AF}" type="parTrans" cxnId="{E3A2AC41-522C-4654-8C4F-FA3AA7ADA6E0}">
      <dgm:prSet/>
      <dgm:spPr/>
      <dgm:t>
        <a:bodyPr/>
        <a:lstStyle/>
        <a:p>
          <a:endParaRPr lang="en-US"/>
        </a:p>
      </dgm:t>
    </dgm:pt>
    <dgm:pt modelId="{3D78CBD1-28A5-4C41-B1C4-562271C9A1C0}" type="sibTrans" cxnId="{E3A2AC41-522C-4654-8C4F-FA3AA7ADA6E0}">
      <dgm:prSet/>
      <dgm:spPr/>
      <dgm:t>
        <a:bodyPr/>
        <a:lstStyle/>
        <a:p>
          <a:endParaRPr lang="en-US"/>
        </a:p>
      </dgm:t>
    </dgm:pt>
    <dgm:pt modelId="{C697031D-1C8C-4ADF-BB58-7C7B4ADB4B00}">
      <dgm:prSet/>
      <dgm:spPr/>
      <dgm:t>
        <a:bodyPr/>
        <a:lstStyle/>
        <a:p>
          <a:r>
            <a:rPr lang="en-US"/>
            <a:t>Key Attributes</a:t>
          </a:r>
        </a:p>
      </dgm:t>
    </dgm:pt>
    <dgm:pt modelId="{119BDD9C-47C5-4687-B7A9-6639A4ABAF33}" type="parTrans" cxnId="{D146113C-6393-4557-8C1A-D602EDFEB2E2}">
      <dgm:prSet/>
      <dgm:spPr/>
      <dgm:t>
        <a:bodyPr/>
        <a:lstStyle/>
        <a:p>
          <a:endParaRPr lang="en-US"/>
        </a:p>
      </dgm:t>
    </dgm:pt>
    <dgm:pt modelId="{2F704A7E-4B48-4FAC-8806-4B0B75882F9A}" type="sibTrans" cxnId="{D146113C-6393-4557-8C1A-D602EDFEB2E2}">
      <dgm:prSet/>
      <dgm:spPr/>
      <dgm:t>
        <a:bodyPr/>
        <a:lstStyle/>
        <a:p>
          <a:endParaRPr lang="en-US"/>
        </a:p>
      </dgm:t>
    </dgm:pt>
    <dgm:pt modelId="{B7C486AD-A03D-42F0-A30E-B9E89CD69B9B}">
      <dgm:prSet/>
      <dgm:spPr/>
      <dgm:t>
        <a:bodyPr/>
        <a:lstStyle/>
        <a:p>
          <a:r>
            <a:rPr lang="en-US"/>
            <a:t>Exam_Score</a:t>
          </a:r>
        </a:p>
      </dgm:t>
    </dgm:pt>
    <dgm:pt modelId="{882A6CA8-42D0-403E-8992-CF6C3014F0DD}" type="parTrans" cxnId="{AEC93A94-A156-4571-8D83-D62C70BA44D5}">
      <dgm:prSet/>
      <dgm:spPr/>
      <dgm:t>
        <a:bodyPr/>
        <a:lstStyle/>
        <a:p>
          <a:endParaRPr lang="en-US"/>
        </a:p>
      </dgm:t>
    </dgm:pt>
    <dgm:pt modelId="{80E6D198-4422-40F5-B809-5346B1530454}" type="sibTrans" cxnId="{AEC93A94-A156-4571-8D83-D62C70BA44D5}">
      <dgm:prSet/>
      <dgm:spPr/>
      <dgm:t>
        <a:bodyPr/>
        <a:lstStyle/>
        <a:p>
          <a:endParaRPr lang="en-US"/>
        </a:p>
      </dgm:t>
    </dgm:pt>
    <dgm:pt modelId="{B0A4A979-7750-4A0C-85A3-3B995D11A66C}">
      <dgm:prSet/>
      <dgm:spPr/>
      <dgm:t>
        <a:bodyPr/>
        <a:lstStyle/>
        <a:p>
          <a:r>
            <a:rPr lang="en-US"/>
            <a:t>Hours_Studied</a:t>
          </a:r>
        </a:p>
      </dgm:t>
    </dgm:pt>
    <dgm:pt modelId="{8559C110-822D-4DAE-88C7-D43A1D70BE01}" type="parTrans" cxnId="{914B105E-5FA4-4D3A-9B24-71131F844670}">
      <dgm:prSet/>
      <dgm:spPr/>
      <dgm:t>
        <a:bodyPr/>
        <a:lstStyle/>
        <a:p>
          <a:endParaRPr lang="en-US"/>
        </a:p>
      </dgm:t>
    </dgm:pt>
    <dgm:pt modelId="{3BA1869D-5D39-4BD1-BFC0-5AE86E81A35A}" type="sibTrans" cxnId="{914B105E-5FA4-4D3A-9B24-71131F844670}">
      <dgm:prSet/>
      <dgm:spPr/>
      <dgm:t>
        <a:bodyPr/>
        <a:lstStyle/>
        <a:p>
          <a:endParaRPr lang="en-US"/>
        </a:p>
      </dgm:t>
    </dgm:pt>
    <dgm:pt modelId="{6347F880-93DB-465D-AF8B-0F9BE9C18FA6}">
      <dgm:prSet/>
      <dgm:spPr/>
      <dgm:t>
        <a:bodyPr/>
        <a:lstStyle/>
        <a:p>
          <a:r>
            <a:rPr lang="en-US"/>
            <a:t>Above_Average_Score </a:t>
          </a:r>
        </a:p>
      </dgm:t>
    </dgm:pt>
    <dgm:pt modelId="{0D22AF0B-8D17-43FB-A5E4-CE279A5E755E}" type="parTrans" cxnId="{F4538E25-C919-4387-81A0-233A04A1C649}">
      <dgm:prSet/>
      <dgm:spPr/>
      <dgm:t>
        <a:bodyPr/>
        <a:lstStyle/>
        <a:p>
          <a:endParaRPr lang="en-US"/>
        </a:p>
      </dgm:t>
    </dgm:pt>
    <dgm:pt modelId="{C7D7AB89-4DC1-45D5-9BC9-C2851A7ED7CB}" type="sibTrans" cxnId="{F4538E25-C919-4387-81A0-233A04A1C649}">
      <dgm:prSet/>
      <dgm:spPr/>
      <dgm:t>
        <a:bodyPr/>
        <a:lstStyle/>
        <a:p>
          <a:endParaRPr lang="en-US"/>
        </a:p>
      </dgm:t>
    </dgm:pt>
    <dgm:pt modelId="{3D4D8AFE-A54D-41CC-A21B-ED48A44A875C}" type="pres">
      <dgm:prSet presAssocID="{B4D38660-50E4-4F15-A0AC-4A554AB710BB}" presName="linear" presStyleCnt="0">
        <dgm:presLayoutVars>
          <dgm:dir/>
          <dgm:animLvl val="lvl"/>
          <dgm:resizeHandles val="exact"/>
        </dgm:presLayoutVars>
      </dgm:prSet>
      <dgm:spPr/>
    </dgm:pt>
    <dgm:pt modelId="{C855AE6F-35F9-4C77-B609-32C9C9C5DCBF}" type="pres">
      <dgm:prSet presAssocID="{DA7046F2-4394-46FC-B33D-F4940625B75D}" presName="parentLin" presStyleCnt="0"/>
      <dgm:spPr/>
    </dgm:pt>
    <dgm:pt modelId="{27BDF85B-288B-447B-822B-7ED1B8CB5A4A}" type="pres">
      <dgm:prSet presAssocID="{DA7046F2-4394-46FC-B33D-F4940625B75D}" presName="parentLeftMargin" presStyleLbl="node1" presStyleIdx="0" presStyleCnt="4"/>
      <dgm:spPr/>
    </dgm:pt>
    <dgm:pt modelId="{608DD597-EB20-4A6C-9EC2-ECA866F08CDF}" type="pres">
      <dgm:prSet presAssocID="{DA7046F2-4394-46FC-B33D-F4940625B7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3FE7609-894C-472A-AE9F-C91AEBAD3F0C}" type="pres">
      <dgm:prSet presAssocID="{DA7046F2-4394-46FC-B33D-F4940625B75D}" presName="negativeSpace" presStyleCnt="0"/>
      <dgm:spPr/>
    </dgm:pt>
    <dgm:pt modelId="{01F52E7B-6646-49B7-A601-DDEE1A232448}" type="pres">
      <dgm:prSet presAssocID="{DA7046F2-4394-46FC-B33D-F4940625B75D}" presName="childText" presStyleLbl="conFgAcc1" presStyleIdx="0" presStyleCnt="4">
        <dgm:presLayoutVars>
          <dgm:bulletEnabled val="1"/>
        </dgm:presLayoutVars>
      </dgm:prSet>
      <dgm:spPr/>
    </dgm:pt>
    <dgm:pt modelId="{4F14CE3D-99BB-4FD6-A4FA-065F7A848701}" type="pres">
      <dgm:prSet presAssocID="{66A52A38-BF32-4725-B4B8-A089CF304B14}" presName="spaceBetweenRectangles" presStyleCnt="0"/>
      <dgm:spPr/>
    </dgm:pt>
    <dgm:pt modelId="{A8878C22-1DE9-4B48-AF2A-96F49C872F87}" type="pres">
      <dgm:prSet presAssocID="{2D380183-4778-475B-A660-D12B79B3FC13}" presName="parentLin" presStyleCnt="0"/>
      <dgm:spPr/>
    </dgm:pt>
    <dgm:pt modelId="{143E08E4-C189-40FA-A15A-0D052D5B63C0}" type="pres">
      <dgm:prSet presAssocID="{2D380183-4778-475B-A660-D12B79B3FC13}" presName="parentLeftMargin" presStyleLbl="node1" presStyleIdx="0" presStyleCnt="4"/>
      <dgm:spPr/>
    </dgm:pt>
    <dgm:pt modelId="{5B005FCA-CECF-4B40-94ED-33FBB67864FD}" type="pres">
      <dgm:prSet presAssocID="{2D380183-4778-475B-A660-D12B79B3FC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C44DE3-5D75-44BE-907A-DF58CF531E7D}" type="pres">
      <dgm:prSet presAssocID="{2D380183-4778-475B-A660-D12B79B3FC13}" presName="negativeSpace" presStyleCnt="0"/>
      <dgm:spPr/>
    </dgm:pt>
    <dgm:pt modelId="{192CBAF4-FA7D-4095-9CBC-FCACF3EE8989}" type="pres">
      <dgm:prSet presAssocID="{2D380183-4778-475B-A660-D12B79B3FC13}" presName="childText" presStyleLbl="conFgAcc1" presStyleIdx="1" presStyleCnt="4">
        <dgm:presLayoutVars>
          <dgm:bulletEnabled val="1"/>
        </dgm:presLayoutVars>
      </dgm:prSet>
      <dgm:spPr/>
    </dgm:pt>
    <dgm:pt modelId="{C9DD3CD6-D2B3-4121-9FA8-73C5D5FD1F0D}" type="pres">
      <dgm:prSet presAssocID="{C63CC165-1AD2-4850-B295-DA875AD43808}" presName="spaceBetweenRectangles" presStyleCnt="0"/>
      <dgm:spPr/>
    </dgm:pt>
    <dgm:pt modelId="{317C67F5-A61A-402C-BDAD-7988C7F03D09}" type="pres">
      <dgm:prSet presAssocID="{D6E7735C-EEA6-4F84-9AEB-C85156003B58}" presName="parentLin" presStyleCnt="0"/>
      <dgm:spPr/>
    </dgm:pt>
    <dgm:pt modelId="{C725400B-624A-4FF9-9D69-39C2DA7C3FA3}" type="pres">
      <dgm:prSet presAssocID="{D6E7735C-EEA6-4F84-9AEB-C85156003B58}" presName="parentLeftMargin" presStyleLbl="node1" presStyleIdx="1" presStyleCnt="4"/>
      <dgm:spPr/>
    </dgm:pt>
    <dgm:pt modelId="{EC5CF0CD-A421-488D-9CC7-08AD3CF62F1A}" type="pres">
      <dgm:prSet presAssocID="{D6E7735C-EEA6-4F84-9AEB-C85156003B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16AA46A-08D9-44E8-A2C1-C450B8364F97}" type="pres">
      <dgm:prSet presAssocID="{D6E7735C-EEA6-4F84-9AEB-C85156003B58}" presName="negativeSpace" presStyleCnt="0"/>
      <dgm:spPr/>
    </dgm:pt>
    <dgm:pt modelId="{2D498E17-A90F-47D6-809F-AF9B341145D9}" type="pres">
      <dgm:prSet presAssocID="{D6E7735C-EEA6-4F84-9AEB-C85156003B58}" presName="childText" presStyleLbl="conFgAcc1" presStyleIdx="2" presStyleCnt="4">
        <dgm:presLayoutVars>
          <dgm:bulletEnabled val="1"/>
        </dgm:presLayoutVars>
      </dgm:prSet>
      <dgm:spPr/>
    </dgm:pt>
    <dgm:pt modelId="{611AF6DB-EE36-465F-B516-1CC3E87800AB}" type="pres">
      <dgm:prSet presAssocID="{3D78CBD1-28A5-4C41-B1C4-562271C9A1C0}" presName="spaceBetweenRectangles" presStyleCnt="0"/>
      <dgm:spPr/>
    </dgm:pt>
    <dgm:pt modelId="{6F1672DA-D7A1-4E6C-86D3-569A210A802C}" type="pres">
      <dgm:prSet presAssocID="{C697031D-1C8C-4ADF-BB58-7C7B4ADB4B00}" presName="parentLin" presStyleCnt="0"/>
      <dgm:spPr/>
    </dgm:pt>
    <dgm:pt modelId="{714060E0-0093-414D-B4BE-1F6279693C6B}" type="pres">
      <dgm:prSet presAssocID="{C697031D-1C8C-4ADF-BB58-7C7B4ADB4B00}" presName="parentLeftMargin" presStyleLbl="node1" presStyleIdx="2" presStyleCnt="4"/>
      <dgm:spPr/>
    </dgm:pt>
    <dgm:pt modelId="{E761F77D-33D4-4D74-B18B-A5F003F8CC78}" type="pres">
      <dgm:prSet presAssocID="{C697031D-1C8C-4ADF-BB58-7C7B4ADB4B0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4FAAD05-C002-498B-B598-D7AB85307DA7}" type="pres">
      <dgm:prSet presAssocID="{C697031D-1C8C-4ADF-BB58-7C7B4ADB4B00}" presName="negativeSpace" presStyleCnt="0"/>
      <dgm:spPr/>
    </dgm:pt>
    <dgm:pt modelId="{498D4818-9B4D-4FEB-A942-65143B7909E0}" type="pres">
      <dgm:prSet presAssocID="{C697031D-1C8C-4ADF-BB58-7C7B4ADB4B0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A6AE218-11FC-47DF-9162-83FC5600C554}" type="presOf" srcId="{C697031D-1C8C-4ADF-BB58-7C7B4ADB4B00}" destId="{E761F77D-33D4-4D74-B18B-A5F003F8CC78}" srcOrd="1" destOrd="0" presId="urn:microsoft.com/office/officeart/2005/8/layout/list1"/>
    <dgm:cxn modelId="{F4538E25-C919-4387-81A0-233A04A1C649}" srcId="{C697031D-1C8C-4ADF-BB58-7C7B4ADB4B00}" destId="{6347F880-93DB-465D-AF8B-0F9BE9C18FA6}" srcOrd="2" destOrd="0" parTransId="{0D22AF0B-8D17-43FB-A5E4-CE279A5E755E}" sibTransId="{C7D7AB89-4DC1-45D5-9BC9-C2851A7ED7CB}"/>
    <dgm:cxn modelId="{1B3E4A38-E8A4-4FAB-A046-3212F8E00216}" type="presOf" srcId="{6347F880-93DB-465D-AF8B-0F9BE9C18FA6}" destId="{498D4818-9B4D-4FEB-A942-65143B7909E0}" srcOrd="0" destOrd="2" presId="urn:microsoft.com/office/officeart/2005/8/layout/list1"/>
    <dgm:cxn modelId="{D146113C-6393-4557-8C1A-D602EDFEB2E2}" srcId="{B4D38660-50E4-4F15-A0AC-4A554AB710BB}" destId="{C697031D-1C8C-4ADF-BB58-7C7B4ADB4B00}" srcOrd="3" destOrd="0" parTransId="{119BDD9C-47C5-4687-B7A9-6639A4ABAF33}" sibTransId="{2F704A7E-4B48-4FAC-8806-4B0B75882F9A}"/>
    <dgm:cxn modelId="{914B105E-5FA4-4D3A-9B24-71131F844670}" srcId="{C697031D-1C8C-4ADF-BB58-7C7B4ADB4B00}" destId="{B0A4A979-7750-4A0C-85A3-3B995D11A66C}" srcOrd="1" destOrd="0" parTransId="{8559C110-822D-4DAE-88C7-D43A1D70BE01}" sibTransId="{3BA1869D-5D39-4BD1-BFC0-5AE86E81A35A}"/>
    <dgm:cxn modelId="{E3A2AC41-522C-4654-8C4F-FA3AA7ADA6E0}" srcId="{B4D38660-50E4-4F15-A0AC-4A554AB710BB}" destId="{D6E7735C-EEA6-4F84-9AEB-C85156003B58}" srcOrd="2" destOrd="0" parTransId="{4B6A031F-76C7-4490-8DE3-35D136D3A2AF}" sibTransId="{3D78CBD1-28A5-4C41-B1C4-562271C9A1C0}"/>
    <dgm:cxn modelId="{13FA8143-263D-4C1D-AE31-1F189C961156}" srcId="{B4D38660-50E4-4F15-A0AC-4A554AB710BB}" destId="{2D380183-4778-475B-A660-D12B79B3FC13}" srcOrd="1" destOrd="0" parTransId="{9BFE6DDF-30F7-425E-A386-7C99C91B3D8B}" sibTransId="{C63CC165-1AD2-4850-B295-DA875AD43808}"/>
    <dgm:cxn modelId="{B42E9266-27BA-49E8-9886-0FBA9DAFCDE3}" type="presOf" srcId="{B7C486AD-A03D-42F0-A30E-B9E89CD69B9B}" destId="{498D4818-9B4D-4FEB-A942-65143B7909E0}" srcOrd="0" destOrd="0" presId="urn:microsoft.com/office/officeart/2005/8/layout/list1"/>
    <dgm:cxn modelId="{6BA1A269-3793-4D56-BC14-92162556269A}" srcId="{B4D38660-50E4-4F15-A0AC-4A554AB710BB}" destId="{DA7046F2-4394-46FC-B33D-F4940625B75D}" srcOrd="0" destOrd="0" parTransId="{7C08EAF4-4A58-495B-9463-5E18D95281A1}" sibTransId="{66A52A38-BF32-4725-B4B8-A089CF304B14}"/>
    <dgm:cxn modelId="{9C21277D-74D7-4833-895A-6BE5252AEAE0}" type="presOf" srcId="{B0A4A979-7750-4A0C-85A3-3B995D11A66C}" destId="{498D4818-9B4D-4FEB-A942-65143B7909E0}" srcOrd="0" destOrd="1" presId="urn:microsoft.com/office/officeart/2005/8/layout/list1"/>
    <dgm:cxn modelId="{AEC93A94-A156-4571-8D83-D62C70BA44D5}" srcId="{C697031D-1C8C-4ADF-BB58-7C7B4ADB4B00}" destId="{B7C486AD-A03D-42F0-A30E-B9E89CD69B9B}" srcOrd="0" destOrd="0" parTransId="{882A6CA8-42D0-403E-8992-CF6C3014F0DD}" sibTransId="{80E6D198-4422-40F5-B809-5346B1530454}"/>
    <dgm:cxn modelId="{1D487B97-47E0-4418-8A76-CC025F31F27A}" type="presOf" srcId="{C697031D-1C8C-4ADF-BB58-7C7B4ADB4B00}" destId="{714060E0-0093-414D-B4BE-1F6279693C6B}" srcOrd="0" destOrd="0" presId="urn:microsoft.com/office/officeart/2005/8/layout/list1"/>
    <dgm:cxn modelId="{277A459B-FBF8-4535-BA84-8A206C6CBA77}" type="presOf" srcId="{2D380183-4778-475B-A660-D12B79B3FC13}" destId="{143E08E4-C189-40FA-A15A-0D052D5B63C0}" srcOrd="0" destOrd="0" presId="urn:microsoft.com/office/officeart/2005/8/layout/list1"/>
    <dgm:cxn modelId="{C779F9B1-68FB-4A61-97C2-EE32E396DD33}" type="presOf" srcId="{B4D38660-50E4-4F15-A0AC-4A554AB710BB}" destId="{3D4D8AFE-A54D-41CC-A21B-ED48A44A875C}" srcOrd="0" destOrd="0" presId="urn:microsoft.com/office/officeart/2005/8/layout/list1"/>
    <dgm:cxn modelId="{0B8AE5C1-F5AC-4E3F-A3CA-CB5441DD7871}" type="presOf" srcId="{2D380183-4778-475B-A660-D12B79B3FC13}" destId="{5B005FCA-CECF-4B40-94ED-33FBB67864FD}" srcOrd="1" destOrd="0" presId="urn:microsoft.com/office/officeart/2005/8/layout/list1"/>
    <dgm:cxn modelId="{172A4BCA-0F46-4F0B-A084-73A5DD9BA33F}" type="presOf" srcId="{D6E7735C-EEA6-4F84-9AEB-C85156003B58}" destId="{EC5CF0CD-A421-488D-9CC7-08AD3CF62F1A}" srcOrd="1" destOrd="0" presId="urn:microsoft.com/office/officeart/2005/8/layout/list1"/>
    <dgm:cxn modelId="{BF735BEA-BCEF-4473-B652-75603A8DC0D1}" type="presOf" srcId="{DA7046F2-4394-46FC-B33D-F4940625B75D}" destId="{608DD597-EB20-4A6C-9EC2-ECA866F08CDF}" srcOrd="1" destOrd="0" presId="urn:microsoft.com/office/officeart/2005/8/layout/list1"/>
    <dgm:cxn modelId="{557273F0-2023-4BFD-BCD9-FC7C2CA8A38E}" type="presOf" srcId="{D6E7735C-EEA6-4F84-9AEB-C85156003B58}" destId="{C725400B-624A-4FF9-9D69-39C2DA7C3FA3}" srcOrd="0" destOrd="0" presId="urn:microsoft.com/office/officeart/2005/8/layout/list1"/>
    <dgm:cxn modelId="{9011D8FE-67DA-484B-95B4-8AD452301E75}" type="presOf" srcId="{DA7046F2-4394-46FC-B33D-F4940625B75D}" destId="{27BDF85B-288B-447B-822B-7ED1B8CB5A4A}" srcOrd="0" destOrd="0" presId="urn:microsoft.com/office/officeart/2005/8/layout/list1"/>
    <dgm:cxn modelId="{90C7919F-BAC0-4DF8-AF58-74E021CB21E9}" type="presParOf" srcId="{3D4D8AFE-A54D-41CC-A21B-ED48A44A875C}" destId="{C855AE6F-35F9-4C77-B609-32C9C9C5DCBF}" srcOrd="0" destOrd="0" presId="urn:microsoft.com/office/officeart/2005/8/layout/list1"/>
    <dgm:cxn modelId="{B5E75C28-8CEA-4704-9168-E9578EEEECE9}" type="presParOf" srcId="{C855AE6F-35F9-4C77-B609-32C9C9C5DCBF}" destId="{27BDF85B-288B-447B-822B-7ED1B8CB5A4A}" srcOrd="0" destOrd="0" presId="urn:microsoft.com/office/officeart/2005/8/layout/list1"/>
    <dgm:cxn modelId="{6BFA5E77-3637-4F15-9A3B-614C87979CD6}" type="presParOf" srcId="{C855AE6F-35F9-4C77-B609-32C9C9C5DCBF}" destId="{608DD597-EB20-4A6C-9EC2-ECA866F08CDF}" srcOrd="1" destOrd="0" presId="urn:microsoft.com/office/officeart/2005/8/layout/list1"/>
    <dgm:cxn modelId="{41A262B1-850A-47CF-B9B2-C8BDE49DCF25}" type="presParOf" srcId="{3D4D8AFE-A54D-41CC-A21B-ED48A44A875C}" destId="{F3FE7609-894C-472A-AE9F-C91AEBAD3F0C}" srcOrd="1" destOrd="0" presId="urn:microsoft.com/office/officeart/2005/8/layout/list1"/>
    <dgm:cxn modelId="{0B49FB17-3788-48CD-B4F7-D14A3FE71A78}" type="presParOf" srcId="{3D4D8AFE-A54D-41CC-A21B-ED48A44A875C}" destId="{01F52E7B-6646-49B7-A601-DDEE1A232448}" srcOrd="2" destOrd="0" presId="urn:microsoft.com/office/officeart/2005/8/layout/list1"/>
    <dgm:cxn modelId="{24A74D2D-58E6-4A3E-B531-BA55AC1983C8}" type="presParOf" srcId="{3D4D8AFE-A54D-41CC-A21B-ED48A44A875C}" destId="{4F14CE3D-99BB-4FD6-A4FA-065F7A848701}" srcOrd="3" destOrd="0" presId="urn:microsoft.com/office/officeart/2005/8/layout/list1"/>
    <dgm:cxn modelId="{5E3C41A0-D4B7-49D3-945A-72B8B4F3516F}" type="presParOf" srcId="{3D4D8AFE-A54D-41CC-A21B-ED48A44A875C}" destId="{A8878C22-1DE9-4B48-AF2A-96F49C872F87}" srcOrd="4" destOrd="0" presId="urn:microsoft.com/office/officeart/2005/8/layout/list1"/>
    <dgm:cxn modelId="{661F02B0-45E6-4D71-B865-DCCE046AF2AC}" type="presParOf" srcId="{A8878C22-1DE9-4B48-AF2A-96F49C872F87}" destId="{143E08E4-C189-40FA-A15A-0D052D5B63C0}" srcOrd="0" destOrd="0" presId="urn:microsoft.com/office/officeart/2005/8/layout/list1"/>
    <dgm:cxn modelId="{38797794-6B59-4229-B9A4-ABA355175610}" type="presParOf" srcId="{A8878C22-1DE9-4B48-AF2A-96F49C872F87}" destId="{5B005FCA-CECF-4B40-94ED-33FBB67864FD}" srcOrd="1" destOrd="0" presId="urn:microsoft.com/office/officeart/2005/8/layout/list1"/>
    <dgm:cxn modelId="{882D4968-B9CC-4C17-AA81-A0C402683AC9}" type="presParOf" srcId="{3D4D8AFE-A54D-41CC-A21B-ED48A44A875C}" destId="{A4C44DE3-5D75-44BE-907A-DF58CF531E7D}" srcOrd="5" destOrd="0" presId="urn:microsoft.com/office/officeart/2005/8/layout/list1"/>
    <dgm:cxn modelId="{CF309698-2B45-4FF3-A0DF-FCBC17353840}" type="presParOf" srcId="{3D4D8AFE-A54D-41CC-A21B-ED48A44A875C}" destId="{192CBAF4-FA7D-4095-9CBC-FCACF3EE8989}" srcOrd="6" destOrd="0" presId="urn:microsoft.com/office/officeart/2005/8/layout/list1"/>
    <dgm:cxn modelId="{43A20C33-DA8E-4A7E-BAE2-E6FAB8BBB741}" type="presParOf" srcId="{3D4D8AFE-A54D-41CC-A21B-ED48A44A875C}" destId="{C9DD3CD6-D2B3-4121-9FA8-73C5D5FD1F0D}" srcOrd="7" destOrd="0" presId="urn:microsoft.com/office/officeart/2005/8/layout/list1"/>
    <dgm:cxn modelId="{07D7BB90-2549-4BCF-9D6F-0305CCD3F5FA}" type="presParOf" srcId="{3D4D8AFE-A54D-41CC-A21B-ED48A44A875C}" destId="{317C67F5-A61A-402C-BDAD-7988C7F03D09}" srcOrd="8" destOrd="0" presId="urn:microsoft.com/office/officeart/2005/8/layout/list1"/>
    <dgm:cxn modelId="{A6703AED-67EF-44BF-8BF7-5474583851E7}" type="presParOf" srcId="{317C67F5-A61A-402C-BDAD-7988C7F03D09}" destId="{C725400B-624A-4FF9-9D69-39C2DA7C3FA3}" srcOrd="0" destOrd="0" presId="urn:microsoft.com/office/officeart/2005/8/layout/list1"/>
    <dgm:cxn modelId="{A851D913-2184-470D-A562-1CD5104E1327}" type="presParOf" srcId="{317C67F5-A61A-402C-BDAD-7988C7F03D09}" destId="{EC5CF0CD-A421-488D-9CC7-08AD3CF62F1A}" srcOrd="1" destOrd="0" presId="urn:microsoft.com/office/officeart/2005/8/layout/list1"/>
    <dgm:cxn modelId="{119D2C1A-EAF1-444A-AF64-62A366951097}" type="presParOf" srcId="{3D4D8AFE-A54D-41CC-A21B-ED48A44A875C}" destId="{716AA46A-08D9-44E8-A2C1-C450B8364F97}" srcOrd="9" destOrd="0" presId="urn:microsoft.com/office/officeart/2005/8/layout/list1"/>
    <dgm:cxn modelId="{88FA08BA-2E47-47BB-99FD-4DDE75A09BFB}" type="presParOf" srcId="{3D4D8AFE-A54D-41CC-A21B-ED48A44A875C}" destId="{2D498E17-A90F-47D6-809F-AF9B341145D9}" srcOrd="10" destOrd="0" presId="urn:microsoft.com/office/officeart/2005/8/layout/list1"/>
    <dgm:cxn modelId="{900EE160-13F4-49C5-93A0-F6394A2D5428}" type="presParOf" srcId="{3D4D8AFE-A54D-41CC-A21B-ED48A44A875C}" destId="{611AF6DB-EE36-465F-B516-1CC3E87800AB}" srcOrd="11" destOrd="0" presId="urn:microsoft.com/office/officeart/2005/8/layout/list1"/>
    <dgm:cxn modelId="{92932909-2DE9-4850-8A2F-1249CD6351FD}" type="presParOf" srcId="{3D4D8AFE-A54D-41CC-A21B-ED48A44A875C}" destId="{6F1672DA-D7A1-4E6C-86D3-569A210A802C}" srcOrd="12" destOrd="0" presId="urn:microsoft.com/office/officeart/2005/8/layout/list1"/>
    <dgm:cxn modelId="{0544766C-BB11-4780-9D67-31D9C1901160}" type="presParOf" srcId="{6F1672DA-D7A1-4E6C-86D3-569A210A802C}" destId="{714060E0-0093-414D-B4BE-1F6279693C6B}" srcOrd="0" destOrd="0" presId="urn:microsoft.com/office/officeart/2005/8/layout/list1"/>
    <dgm:cxn modelId="{72CFE1D6-D59C-46F9-82FF-3F00802D8961}" type="presParOf" srcId="{6F1672DA-D7A1-4E6C-86D3-569A210A802C}" destId="{E761F77D-33D4-4D74-B18B-A5F003F8CC78}" srcOrd="1" destOrd="0" presId="urn:microsoft.com/office/officeart/2005/8/layout/list1"/>
    <dgm:cxn modelId="{9795EA72-4028-46C8-80B9-451480237481}" type="presParOf" srcId="{3D4D8AFE-A54D-41CC-A21B-ED48A44A875C}" destId="{A4FAAD05-C002-498B-B598-D7AB85307DA7}" srcOrd="13" destOrd="0" presId="urn:microsoft.com/office/officeart/2005/8/layout/list1"/>
    <dgm:cxn modelId="{A032D802-24EA-485E-8D35-F2DB4548D119}" type="presParOf" srcId="{3D4D8AFE-A54D-41CC-A21B-ED48A44A875C}" destId="{498D4818-9B4D-4FEB-A942-65143B7909E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CC0916-DD62-4337-B6DA-522A603A0A0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2B2654-376F-4698-BD0B-93B0C6E3D14D}">
      <dgm:prSet/>
      <dgm:spPr/>
      <dgm:t>
        <a:bodyPr/>
        <a:lstStyle/>
        <a:p>
          <a:r>
            <a:rPr lang="en-US"/>
            <a:t>Visualizations</a:t>
          </a:r>
        </a:p>
      </dgm:t>
    </dgm:pt>
    <dgm:pt modelId="{9EDFEAF4-C505-46F0-BCAD-028A5DC2A910}" type="parTrans" cxnId="{16D06A4B-B821-43F1-8251-A32EA3031706}">
      <dgm:prSet/>
      <dgm:spPr/>
      <dgm:t>
        <a:bodyPr/>
        <a:lstStyle/>
        <a:p>
          <a:endParaRPr lang="en-US"/>
        </a:p>
      </dgm:t>
    </dgm:pt>
    <dgm:pt modelId="{A5C48C82-E42E-4FFE-BC78-0E73541F491F}" type="sibTrans" cxnId="{16D06A4B-B821-43F1-8251-A32EA3031706}">
      <dgm:prSet/>
      <dgm:spPr/>
      <dgm:t>
        <a:bodyPr/>
        <a:lstStyle/>
        <a:p>
          <a:endParaRPr lang="en-US"/>
        </a:p>
      </dgm:t>
    </dgm:pt>
    <dgm:pt modelId="{57A55E2A-967E-4CB7-B0FD-39B4C1DC88F5}">
      <dgm:prSet/>
      <dgm:spPr/>
      <dgm:t>
        <a:bodyPr/>
        <a:lstStyle/>
        <a:p>
          <a:r>
            <a:rPr lang="en-US"/>
            <a:t>Scatter plots: Hours_Studied vs Exam_Score</a:t>
          </a:r>
        </a:p>
      </dgm:t>
    </dgm:pt>
    <dgm:pt modelId="{71AEE3D0-C734-49C5-9EF4-6A806A4B1023}" type="parTrans" cxnId="{F31533B2-181C-41B9-AC08-2399F654DFB0}">
      <dgm:prSet/>
      <dgm:spPr/>
      <dgm:t>
        <a:bodyPr/>
        <a:lstStyle/>
        <a:p>
          <a:endParaRPr lang="en-US"/>
        </a:p>
      </dgm:t>
    </dgm:pt>
    <dgm:pt modelId="{AF2FBD73-CF4E-47A0-82F6-4987D96123E0}" type="sibTrans" cxnId="{F31533B2-181C-41B9-AC08-2399F654DFB0}">
      <dgm:prSet/>
      <dgm:spPr/>
      <dgm:t>
        <a:bodyPr/>
        <a:lstStyle/>
        <a:p>
          <a:endParaRPr lang="en-US"/>
        </a:p>
      </dgm:t>
    </dgm:pt>
    <dgm:pt modelId="{9A355353-0250-4784-BD61-85BB987237A0}">
      <dgm:prSet/>
      <dgm:spPr/>
      <dgm:t>
        <a:bodyPr/>
        <a:lstStyle/>
        <a:p>
          <a:r>
            <a:rPr lang="en-US"/>
            <a:t>Histogram: Exam_Score distribution</a:t>
          </a:r>
        </a:p>
      </dgm:t>
    </dgm:pt>
    <dgm:pt modelId="{B48AB648-45AD-4B91-8A8B-0F0FB75DACDD}" type="parTrans" cxnId="{6ABA95A8-0B63-4D2A-B0CC-C2BD054AD3FF}">
      <dgm:prSet/>
      <dgm:spPr/>
      <dgm:t>
        <a:bodyPr/>
        <a:lstStyle/>
        <a:p>
          <a:endParaRPr lang="en-US"/>
        </a:p>
      </dgm:t>
    </dgm:pt>
    <dgm:pt modelId="{583A3116-EBBE-4369-A7F5-CE08978A5D51}" type="sibTrans" cxnId="{6ABA95A8-0B63-4D2A-B0CC-C2BD054AD3FF}">
      <dgm:prSet/>
      <dgm:spPr/>
      <dgm:t>
        <a:bodyPr/>
        <a:lstStyle/>
        <a:p>
          <a:endParaRPr lang="en-US"/>
        </a:p>
      </dgm:t>
    </dgm:pt>
    <dgm:pt modelId="{E839953D-834B-4D62-A050-21DFF37A48CB}">
      <dgm:prSet/>
      <dgm:spPr/>
      <dgm:t>
        <a:bodyPr/>
        <a:lstStyle/>
        <a:p>
          <a:r>
            <a:rPr lang="en-US"/>
            <a:t>Summary Statistics</a:t>
          </a:r>
        </a:p>
      </dgm:t>
    </dgm:pt>
    <dgm:pt modelId="{FC72CE49-5B04-4A32-B13D-65AE9DD0A80B}" type="parTrans" cxnId="{DD059EDA-BC60-47F7-94F2-892D74D62E4D}">
      <dgm:prSet/>
      <dgm:spPr/>
      <dgm:t>
        <a:bodyPr/>
        <a:lstStyle/>
        <a:p>
          <a:endParaRPr lang="en-US"/>
        </a:p>
      </dgm:t>
    </dgm:pt>
    <dgm:pt modelId="{370EF7CA-A4A8-4BAF-A437-2E37ECFC704E}" type="sibTrans" cxnId="{DD059EDA-BC60-47F7-94F2-892D74D62E4D}">
      <dgm:prSet/>
      <dgm:spPr/>
      <dgm:t>
        <a:bodyPr/>
        <a:lstStyle/>
        <a:p>
          <a:endParaRPr lang="en-US"/>
        </a:p>
      </dgm:t>
    </dgm:pt>
    <dgm:pt modelId="{C5ED8C73-5522-45CB-910A-7BC9B9EBF7C8}">
      <dgm:prSet/>
      <dgm:spPr/>
      <dgm:t>
        <a:bodyPr/>
        <a:lstStyle/>
        <a:p>
          <a:r>
            <a:rPr lang="en-US"/>
            <a:t>Correlation heatmap</a:t>
          </a:r>
        </a:p>
      </dgm:t>
    </dgm:pt>
    <dgm:pt modelId="{6E91C83A-B53C-4CB3-A852-47780895CF1B}" type="parTrans" cxnId="{4212CC8A-CA2C-476C-BC6B-1B0578481165}">
      <dgm:prSet/>
      <dgm:spPr/>
      <dgm:t>
        <a:bodyPr/>
        <a:lstStyle/>
        <a:p>
          <a:endParaRPr lang="en-US"/>
        </a:p>
      </dgm:t>
    </dgm:pt>
    <dgm:pt modelId="{E9AF1CA9-90A4-4AB4-8F59-C93740278A7E}" type="sibTrans" cxnId="{4212CC8A-CA2C-476C-BC6B-1B0578481165}">
      <dgm:prSet/>
      <dgm:spPr/>
      <dgm:t>
        <a:bodyPr/>
        <a:lstStyle/>
        <a:p>
          <a:endParaRPr lang="en-US"/>
        </a:p>
      </dgm:t>
    </dgm:pt>
    <dgm:pt modelId="{A6E03BD3-85D8-4845-B314-AAF75BCF4373}">
      <dgm:prSet/>
      <dgm:spPr/>
      <dgm:t>
        <a:bodyPr/>
        <a:lstStyle/>
        <a:p>
          <a:r>
            <a:rPr lang="en-US"/>
            <a:t>Mean and standard deviation of exam scores</a:t>
          </a:r>
        </a:p>
      </dgm:t>
    </dgm:pt>
    <dgm:pt modelId="{75D81E75-971A-465A-9CBE-9700D6261EAE}" type="parTrans" cxnId="{C63313BB-5615-445E-92F9-923662B2A885}">
      <dgm:prSet/>
      <dgm:spPr/>
      <dgm:t>
        <a:bodyPr/>
        <a:lstStyle/>
        <a:p>
          <a:endParaRPr lang="en-US"/>
        </a:p>
      </dgm:t>
    </dgm:pt>
    <dgm:pt modelId="{BDDD40FB-2C84-481F-9691-81BEC30C804D}" type="sibTrans" cxnId="{C63313BB-5615-445E-92F9-923662B2A885}">
      <dgm:prSet/>
      <dgm:spPr/>
      <dgm:t>
        <a:bodyPr/>
        <a:lstStyle/>
        <a:p>
          <a:endParaRPr lang="en-US"/>
        </a:p>
      </dgm:t>
    </dgm:pt>
    <dgm:pt modelId="{4C4962B6-FC75-4D70-83FE-59B4E4BAE5B2}" type="pres">
      <dgm:prSet presAssocID="{DFCC0916-DD62-4337-B6DA-522A603A0A09}" presName="linear" presStyleCnt="0">
        <dgm:presLayoutVars>
          <dgm:animLvl val="lvl"/>
          <dgm:resizeHandles val="exact"/>
        </dgm:presLayoutVars>
      </dgm:prSet>
      <dgm:spPr/>
    </dgm:pt>
    <dgm:pt modelId="{F03FE7EE-D9AA-441F-BDCC-4B1E67E2B324}" type="pres">
      <dgm:prSet presAssocID="{F52B2654-376F-4698-BD0B-93B0C6E3D14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FBC8867-86EE-4328-9838-A5C0BB931CC6}" type="pres">
      <dgm:prSet presAssocID="{F52B2654-376F-4698-BD0B-93B0C6E3D14D}" presName="childText" presStyleLbl="revTx" presStyleIdx="0" presStyleCnt="2">
        <dgm:presLayoutVars>
          <dgm:bulletEnabled val="1"/>
        </dgm:presLayoutVars>
      </dgm:prSet>
      <dgm:spPr/>
    </dgm:pt>
    <dgm:pt modelId="{6CC85CFE-A6C9-41B2-97F7-A58AC5CA559C}" type="pres">
      <dgm:prSet presAssocID="{E839953D-834B-4D62-A050-21DFF37A48C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753E245-FA8C-4C57-AB99-42245673A8E3}" type="pres">
      <dgm:prSet presAssocID="{E839953D-834B-4D62-A050-21DFF37A48C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C0AF003-2B67-4B11-9544-5F76372964B0}" type="presOf" srcId="{DFCC0916-DD62-4337-B6DA-522A603A0A09}" destId="{4C4962B6-FC75-4D70-83FE-59B4E4BAE5B2}" srcOrd="0" destOrd="0" presId="urn:microsoft.com/office/officeart/2005/8/layout/vList2"/>
    <dgm:cxn modelId="{CE889D19-73CC-416F-AB42-A9A6B186B31F}" type="presOf" srcId="{A6E03BD3-85D8-4845-B314-AAF75BCF4373}" destId="{7753E245-FA8C-4C57-AB99-42245673A8E3}" srcOrd="0" destOrd="1" presId="urn:microsoft.com/office/officeart/2005/8/layout/vList2"/>
    <dgm:cxn modelId="{16D06A4B-B821-43F1-8251-A32EA3031706}" srcId="{DFCC0916-DD62-4337-B6DA-522A603A0A09}" destId="{F52B2654-376F-4698-BD0B-93B0C6E3D14D}" srcOrd="0" destOrd="0" parTransId="{9EDFEAF4-C505-46F0-BCAD-028A5DC2A910}" sibTransId="{A5C48C82-E42E-4FFE-BC78-0E73541F491F}"/>
    <dgm:cxn modelId="{51FC0A6D-5165-4084-8A25-6EBB2BE5341C}" type="presOf" srcId="{E839953D-834B-4D62-A050-21DFF37A48CB}" destId="{6CC85CFE-A6C9-41B2-97F7-A58AC5CA559C}" srcOrd="0" destOrd="0" presId="urn:microsoft.com/office/officeart/2005/8/layout/vList2"/>
    <dgm:cxn modelId="{043B4477-E885-4FBE-8FDA-42180B6FAEC0}" type="presOf" srcId="{9A355353-0250-4784-BD61-85BB987237A0}" destId="{CFBC8867-86EE-4328-9838-A5C0BB931CC6}" srcOrd="0" destOrd="1" presId="urn:microsoft.com/office/officeart/2005/8/layout/vList2"/>
    <dgm:cxn modelId="{4212CC8A-CA2C-476C-BC6B-1B0578481165}" srcId="{E839953D-834B-4D62-A050-21DFF37A48CB}" destId="{C5ED8C73-5522-45CB-910A-7BC9B9EBF7C8}" srcOrd="0" destOrd="0" parTransId="{6E91C83A-B53C-4CB3-A852-47780895CF1B}" sibTransId="{E9AF1CA9-90A4-4AB4-8F59-C93740278A7E}"/>
    <dgm:cxn modelId="{6ABA95A8-0B63-4D2A-B0CC-C2BD054AD3FF}" srcId="{F52B2654-376F-4698-BD0B-93B0C6E3D14D}" destId="{9A355353-0250-4784-BD61-85BB987237A0}" srcOrd="1" destOrd="0" parTransId="{B48AB648-45AD-4B91-8A8B-0F0FB75DACDD}" sibTransId="{583A3116-EBBE-4369-A7F5-CE08978A5D51}"/>
    <dgm:cxn modelId="{F31533B2-181C-41B9-AC08-2399F654DFB0}" srcId="{F52B2654-376F-4698-BD0B-93B0C6E3D14D}" destId="{57A55E2A-967E-4CB7-B0FD-39B4C1DC88F5}" srcOrd="0" destOrd="0" parTransId="{71AEE3D0-C734-49C5-9EF4-6A806A4B1023}" sibTransId="{AF2FBD73-CF4E-47A0-82F6-4987D96123E0}"/>
    <dgm:cxn modelId="{5DDF9CB5-FA69-4ACD-9999-62DE1E317CBD}" type="presOf" srcId="{F52B2654-376F-4698-BD0B-93B0C6E3D14D}" destId="{F03FE7EE-D9AA-441F-BDCC-4B1E67E2B324}" srcOrd="0" destOrd="0" presId="urn:microsoft.com/office/officeart/2005/8/layout/vList2"/>
    <dgm:cxn modelId="{C63313BB-5615-445E-92F9-923662B2A885}" srcId="{E839953D-834B-4D62-A050-21DFF37A48CB}" destId="{A6E03BD3-85D8-4845-B314-AAF75BCF4373}" srcOrd="1" destOrd="0" parTransId="{75D81E75-971A-465A-9CBE-9700D6261EAE}" sibTransId="{BDDD40FB-2C84-481F-9691-81BEC30C804D}"/>
    <dgm:cxn modelId="{3C2811D8-9F95-4940-9EAC-83CE6CAE671D}" type="presOf" srcId="{C5ED8C73-5522-45CB-910A-7BC9B9EBF7C8}" destId="{7753E245-FA8C-4C57-AB99-42245673A8E3}" srcOrd="0" destOrd="0" presId="urn:microsoft.com/office/officeart/2005/8/layout/vList2"/>
    <dgm:cxn modelId="{92A9C9D8-96F0-42AE-8A1E-48FAC97F809D}" type="presOf" srcId="{57A55E2A-967E-4CB7-B0FD-39B4C1DC88F5}" destId="{CFBC8867-86EE-4328-9838-A5C0BB931CC6}" srcOrd="0" destOrd="0" presId="urn:microsoft.com/office/officeart/2005/8/layout/vList2"/>
    <dgm:cxn modelId="{DD059EDA-BC60-47F7-94F2-892D74D62E4D}" srcId="{DFCC0916-DD62-4337-B6DA-522A603A0A09}" destId="{E839953D-834B-4D62-A050-21DFF37A48CB}" srcOrd="1" destOrd="0" parTransId="{FC72CE49-5B04-4A32-B13D-65AE9DD0A80B}" sibTransId="{370EF7CA-A4A8-4BAF-A437-2E37ECFC704E}"/>
    <dgm:cxn modelId="{69440FCC-F2D6-44F3-A807-19A6060A7587}" type="presParOf" srcId="{4C4962B6-FC75-4D70-83FE-59B4E4BAE5B2}" destId="{F03FE7EE-D9AA-441F-BDCC-4B1E67E2B324}" srcOrd="0" destOrd="0" presId="urn:microsoft.com/office/officeart/2005/8/layout/vList2"/>
    <dgm:cxn modelId="{F2FAAEAC-DD4D-440B-B10F-28FF4E4E8E8D}" type="presParOf" srcId="{4C4962B6-FC75-4D70-83FE-59B4E4BAE5B2}" destId="{CFBC8867-86EE-4328-9838-A5C0BB931CC6}" srcOrd="1" destOrd="0" presId="urn:microsoft.com/office/officeart/2005/8/layout/vList2"/>
    <dgm:cxn modelId="{4C0D12B3-C2A7-4CE7-AB70-161918EE8E23}" type="presParOf" srcId="{4C4962B6-FC75-4D70-83FE-59B4E4BAE5B2}" destId="{6CC85CFE-A6C9-41B2-97F7-A58AC5CA559C}" srcOrd="2" destOrd="0" presId="urn:microsoft.com/office/officeart/2005/8/layout/vList2"/>
    <dgm:cxn modelId="{603C3885-CFB4-45EC-BC73-7E197286FA4C}" type="presParOf" srcId="{4C4962B6-FC75-4D70-83FE-59B4E4BAE5B2}" destId="{7753E245-FA8C-4C57-AB99-42245673A8E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817087-EDE9-44A1-95D3-15B0C6DAA60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312A49-80A4-486D-9D8E-2A4838217C66}">
      <dgm:prSet/>
      <dgm:spPr/>
      <dgm:t>
        <a:bodyPr/>
        <a:lstStyle/>
        <a:p>
          <a:r>
            <a:rPr lang="en-US"/>
            <a:t>Linear Regression:</a:t>
          </a:r>
        </a:p>
      </dgm:t>
    </dgm:pt>
    <dgm:pt modelId="{482B630B-BE7D-4810-A060-A3085DF5C9A1}" type="parTrans" cxnId="{3862650E-23F7-44C8-B790-1653E2E5D8D8}">
      <dgm:prSet/>
      <dgm:spPr/>
      <dgm:t>
        <a:bodyPr/>
        <a:lstStyle/>
        <a:p>
          <a:endParaRPr lang="en-US"/>
        </a:p>
      </dgm:t>
    </dgm:pt>
    <dgm:pt modelId="{6AB3C113-5F67-4415-B00D-45BBCB949DBC}" type="sibTrans" cxnId="{3862650E-23F7-44C8-B790-1653E2E5D8D8}">
      <dgm:prSet/>
      <dgm:spPr/>
      <dgm:t>
        <a:bodyPr/>
        <a:lstStyle/>
        <a:p>
          <a:endParaRPr lang="en-US"/>
        </a:p>
      </dgm:t>
    </dgm:pt>
    <dgm:pt modelId="{8EAB7122-86F2-4045-8BB2-77EA5AF105FA}">
      <dgm:prSet/>
      <dgm:spPr/>
      <dgm:t>
        <a:bodyPr/>
        <a:lstStyle/>
        <a:p>
          <a:r>
            <a:rPr lang="en-US"/>
            <a:t>Predict Exam_Score using Hours_Studied, Previous_Scores, etc…</a:t>
          </a:r>
        </a:p>
      </dgm:t>
    </dgm:pt>
    <dgm:pt modelId="{83930B8C-966D-4438-848D-90C570923678}" type="parTrans" cxnId="{9EF14396-43B3-48E2-86D3-0A619057BBB7}">
      <dgm:prSet/>
      <dgm:spPr/>
      <dgm:t>
        <a:bodyPr/>
        <a:lstStyle/>
        <a:p>
          <a:endParaRPr lang="en-US"/>
        </a:p>
      </dgm:t>
    </dgm:pt>
    <dgm:pt modelId="{98686E6E-5342-4ADF-AA75-A72F0C9AFB8A}" type="sibTrans" cxnId="{9EF14396-43B3-48E2-86D3-0A619057BBB7}">
      <dgm:prSet/>
      <dgm:spPr/>
      <dgm:t>
        <a:bodyPr/>
        <a:lstStyle/>
        <a:p>
          <a:endParaRPr lang="en-US"/>
        </a:p>
      </dgm:t>
    </dgm:pt>
    <dgm:pt modelId="{324CA9B5-E2D1-4C65-9A91-38E35C1197DF}">
      <dgm:prSet/>
      <dgm:spPr/>
      <dgm:t>
        <a:bodyPr/>
        <a:lstStyle/>
        <a:p>
          <a:r>
            <a:rPr lang="en-US"/>
            <a:t>Logistic Regression:</a:t>
          </a:r>
        </a:p>
      </dgm:t>
    </dgm:pt>
    <dgm:pt modelId="{AB3201BD-2268-43C5-BF3F-7BB2B68C1A5A}" type="parTrans" cxnId="{2C781B69-5956-4299-9542-8E3D59DF9E93}">
      <dgm:prSet/>
      <dgm:spPr/>
      <dgm:t>
        <a:bodyPr/>
        <a:lstStyle/>
        <a:p>
          <a:endParaRPr lang="en-US"/>
        </a:p>
      </dgm:t>
    </dgm:pt>
    <dgm:pt modelId="{CAD558F7-3E77-4209-9C01-D179A94E03BF}" type="sibTrans" cxnId="{2C781B69-5956-4299-9542-8E3D59DF9E93}">
      <dgm:prSet/>
      <dgm:spPr/>
      <dgm:t>
        <a:bodyPr/>
        <a:lstStyle/>
        <a:p>
          <a:endParaRPr lang="en-US"/>
        </a:p>
      </dgm:t>
    </dgm:pt>
    <dgm:pt modelId="{5B291297-0D8F-4916-910B-4BB9D411B8EA}">
      <dgm:prSet/>
      <dgm:spPr/>
      <dgm:t>
        <a:bodyPr/>
        <a:lstStyle/>
        <a:p>
          <a:r>
            <a:rPr lang="en-US"/>
            <a:t>Classify Above_Average_Score</a:t>
          </a:r>
        </a:p>
      </dgm:t>
    </dgm:pt>
    <dgm:pt modelId="{A9D9FFBE-15FC-481D-AEC8-E6816557AA3B}" type="parTrans" cxnId="{408A4FA3-6D50-4B82-A47C-87C4A7FE96CD}">
      <dgm:prSet/>
      <dgm:spPr/>
      <dgm:t>
        <a:bodyPr/>
        <a:lstStyle/>
        <a:p>
          <a:endParaRPr lang="en-US"/>
        </a:p>
      </dgm:t>
    </dgm:pt>
    <dgm:pt modelId="{18969731-844F-4E49-90D0-7E5AA9B8D2D4}" type="sibTrans" cxnId="{408A4FA3-6D50-4B82-A47C-87C4A7FE96CD}">
      <dgm:prSet/>
      <dgm:spPr/>
      <dgm:t>
        <a:bodyPr/>
        <a:lstStyle/>
        <a:p>
          <a:endParaRPr lang="en-US"/>
        </a:p>
      </dgm:t>
    </dgm:pt>
    <dgm:pt modelId="{94791372-A60A-418A-912E-AC3F2AC63D05}">
      <dgm:prSet/>
      <dgm:spPr/>
      <dgm:t>
        <a:bodyPr/>
        <a:lstStyle/>
        <a:p>
          <a:r>
            <a:rPr lang="en-US"/>
            <a:t>Input: Study behavior, income, motivation level, etc…</a:t>
          </a:r>
        </a:p>
      </dgm:t>
    </dgm:pt>
    <dgm:pt modelId="{DDCEFA8E-B157-4EA5-A3A2-20B4B4D66829}" type="parTrans" cxnId="{766B1B92-4271-4233-8EEB-74D942C2558C}">
      <dgm:prSet/>
      <dgm:spPr/>
      <dgm:t>
        <a:bodyPr/>
        <a:lstStyle/>
        <a:p>
          <a:endParaRPr lang="en-US"/>
        </a:p>
      </dgm:t>
    </dgm:pt>
    <dgm:pt modelId="{A660D52F-6179-492D-BD88-CA62C44B6424}" type="sibTrans" cxnId="{766B1B92-4271-4233-8EEB-74D942C2558C}">
      <dgm:prSet/>
      <dgm:spPr/>
      <dgm:t>
        <a:bodyPr/>
        <a:lstStyle/>
        <a:p>
          <a:endParaRPr lang="en-US"/>
        </a:p>
      </dgm:t>
    </dgm:pt>
    <dgm:pt modelId="{A8571764-87CB-4260-93E7-C2CA141DDA83}" type="pres">
      <dgm:prSet presAssocID="{0D817087-EDE9-44A1-95D3-15B0C6DAA608}" presName="linear" presStyleCnt="0">
        <dgm:presLayoutVars>
          <dgm:animLvl val="lvl"/>
          <dgm:resizeHandles val="exact"/>
        </dgm:presLayoutVars>
      </dgm:prSet>
      <dgm:spPr/>
    </dgm:pt>
    <dgm:pt modelId="{457C22B2-138D-4C9A-B80C-1A7EAB412B1D}" type="pres">
      <dgm:prSet presAssocID="{16312A49-80A4-486D-9D8E-2A4838217C6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DF6891-2591-4433-8EC5-98CE09F1F563}" type="pres">
      <dgm:prSet presAssocID="{16312A49-80A4-486D-9D8E-2A4838217C66}" presName="childText" presStyleLbl="revTx" presStyleIdx="0" presStyleCnt="2">
        <dgm:presLayoutVars>
          <dgm:bulletEnabled val="1"/>
        </dgm:presLayoutVars>
      </dgm:prSet>
      <dgm:spPr/>
    </dgm:pt>
    <dgm:pt modelId="{DF98D5CE-D58F-40B4-B623-7E4AB835A723}" type="pres">
      <dgm:prSet presAssocID="{324CA9B5-E2D1-4C65-9A91-38E35C1197D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8C3AD47-64FB-4C29-9994-4C219B21C1F8}" type="pres">
      <dgm:prSet presAssocID="{324CA9B5-E2D1-4C65-9A91-38E35C1197D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862650E-23F7-44C8-B790-1653E2E5D8D8}" srcId="{0D817087-EDE9-44A1-95D3-15B0C6DAA608}" destId="{16312A49-80A4-486D-9D8E-2A4838217C66}" srcOrd="0" destOrd="0" parTransId="{482B630B-BE7D-4810-A060-A3085DF5C9A1}" sibTransId="{6AB3C113-5F67-4415-B00D-45BBCB949DBC}"/>
    <dgm:cxn modelId="{76584D3B-6D87-45A7-B611-B38AF1EE51F0}" type="presOf" srcId="{0D817087-EDE9-44A1-95D3-15B0C6DAA608}" destId="{A8571764-87CB-4260-93E7-C2CA141DDA83}" srcOrd="0" destOrd="0" presId="urn:microsoft.com/office/officeart/2005/8/layout/vList2"/>
    <dgm:cxn modelId="{2C781B69-5956-4299-9542-8E3D59DF9E93}" srcId="{0D817087-EDE9-44A1-95D3-15B0C6DAA608}" destId="{324CA9B5-E2D1-4C65-9A91-38E35C1197DF}" srcOrd="1" destOrd="0" parTransId="{AB3201BD-2268-43C5-BF3F-7BB2B68C1A5A}" sibTransId="{CAD558F7-3E77-4209-9C01-D179A94E03BF}"/>
    <dgm:cxn modelId="{C52D1A6B-20B7-47C6-B9AB-E1933626ACFF}" type="presOf" srcId="{94791372-A60A-418A-912E-AC3F2AC63D05}" destId="{F8C3AD47-64FB-4C29-9994-4C219B21C1F8}" srcOrd="0" destOrd="1" presId="urn:microsoft.com/office/officeart/2005/8/layout/vList2"/>
    <dgm:cxn modelId="{9527A654-6DFC-45FF-A230-E96E6FDBF438}" type="presOf" srcId="{5B291297-0D8F-4916-910B-4BB9D411B8EA}" destId="{F8C3AD47-64FB-4C29-9994-4C219B21C1F8}" srcOrd="0" destOrd="0" presId="urn:microsoft.com/office/officeart/2005/8/layout/vList2"/>
    <dgm:cxn modelId="{A8D80B8E-5141-4781-A031-51F76D16E2F3}" type="presOf" srcId="{16312A49-80A4-486D-9D8E-2A4838217C66}" destId="{457C22B2-138D-4C9A-B80C-1A7EAB412B1D}" srcOrd="0" destOrd="0" presId="urn:microsoft.com/office/officeart/2005/8/layout/vList2"/>
    <dgm:cxn modelId="{766B1B92-4271-4233-8EEB-74D942C2558C}" srcId="{324CA9B5-E2D1-4C65-9A91-38E35C1197DF}" destId="{94791372-A60A-418A-912E-AC3F2AC63D05}" srcOrd="1" destOrd="0" parTransId="{DDCEFA8E-B157-4EA5-A3A2-20B4B4D66829}" sibTransId="{A660D52F-6179-492D-BD88-CA62C44B6424}"/>
    <dgm:cxn modelId="{9EF14396-43B3-48E2-86D3-0A619057BBB7}" srcId="{16312A49-80A4-486D-9D8E-2A4838217C66}" destId="{8EAB7122-86F2-4045-8BB2-77EA5AF105FA}" srcOrd="0" destOrd="0" parTransId="{83930B8C-966D-4438-848D-90C570923678}" sibTransId="{98686E6E-5342-4ADF-AA75-A72F0C9AFB8A}"/>
    <dgm:cxn modelId="{797F2D97-18A3-464A-9396-A58F49BA1B39}" type="presOf" srcId="{324CA9B5-E2D1-4C65-9A91-38E35C1197DF}" destId="{DF98D5CE-D58F-40B4-B623-7E4AB835A723}" srcOrd="0" destOrd="0" presId="urn:microsoft.com/office/officeart/2005/8/layout/vList2"/>
    <dgm:cxn modelId="{408A4FA3-6D50-4B82-A47C-87C4A7FE96CD}" srcId="{324CA9B5-E2D1-4C65-9A91-38E35C1197DF}" destId="{5B291297-0D8F-4916-910B-4BB9D411B8EA}" srcOrd="0" destOrd="0" parTransId="{A9D9FFBE-15FC-481D-AEC8-E6816557AA3B}" sibTransId="{18969731-844F-4E49-90D0-7E5AA9B8D2D4}"/>
    <dgm:cxn modelId="{EA1EF3FA-4BA3-4BA1-BB37-899FE3907908}" type="presOf" srcId="{8EAB7122-86F2-4045-8BB2-77EA5AF105FA}" destId="{62DF6891-2591-4433-8EC5-98CE09F1F563}" srcOrd="0" destOrd="0" presId="urn:microsoft.com/office/officeart/2005/8/layout/vList2"/>
    <dgm:cxn modelId="{46484E5B-4B9C-4221-B211-A64D58E378B8}" type="presParOf" srcId="{A8571764-87CB-4260-93E7-C2CA141DDA83}" destId="{457C22B2-138D-4C9A-B80C-1A7EAB412B1D}" srcOrd="0" destOrd="0" presId="urn:microsoft.com/office/officeart/2005/8/layout/vList2"/>
    <dgm:cxn modelId="{32D74FEE-CB9A-4C83-B73C-2BC9A66F51A2}" type="presParOf" srcId="{A8571764-87CB-4260-93E7-C2CA141DDA83}" destId="{62DF6891-2591-4433-8EC5-98CE09F1F563}" srcOrd="1" destOrd="0" presId="urn:microsoft.com/office/officeart/2005/8/layout/vList2"/>
    <dgm:cxn modelId="{1B31F1C6-C7B1-477E-9C2E-4A532F33F05C}" type="presParOf" srcId="{A8571764-87CB-4260-93E7-C2CA141DDA83}" destId="{DF98D5CE-D58F-40B4-B623-7E4AB835A723}" srcOrd="2" destOrd="0" presId="urn:microsoft.com/office/officeart/2005/8/layout/vList2"/>
    <dgm:cxn modelId="{6D7A755E-E664-4AA2-866E-AC95CB71C37D}" type="presParOf" srcId="{A8571764-87CB-4260-93E7-C2CA141DDA83}" destId="{F8C3AD47-64FB-4C29-9994-4C219B21C1F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D94B5A5-BCAC-4726-8C5E-2E48C21ED275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808BDB-BFA0-467A-87BA-2E90CE8BCF86}">
      <dgm:prSet/>
      <dgm:spPr/>
      <dgm:t>
        <a:bodyPr/>
        <a:lstStyle/>
        <a:p>
          <a:r>
            <a:rPr lang="en-US"/>
            <a:t>Data Cleaning &amp; Preprocessing</a:t>
          </a:r>
        </a:p>
      </dgm:t>
    </dgm:pt>
    <dgm:pt modelId="{E76B0A73-F263-4AA1-AC02-94FACAFC4C90}" type="parTrans" cxnId="{9A3264A4-DE1A-4B4E-8412-ECD16DDA7667}">
      <dgm:prSet/>
      <dgm:spPr/>
      <dgm:t>
        <a:bodyPr/>
        <a:lstStyle/>
        <a:p>
          <a:endParaRPr lang="en-US"/>
        </a:p>
      </dgm:t>
    </dgm:pt>
    <dgm:pt modelId="{6D76F7E5-732E-4668-AD94-5B8D6FAC94EE}" type="sibTrans" cxnId="{9A3264A4-DE1A-4B4E-8412-ECD16DDA7667}">
      <dgm:prSet/>
      <dgm:spPr/>
      <dgm:t>
        <a:bodyPr/>
        <a:lstStyle/>
        <a:p>
          <a:endParaRPr lang="en-US"/>
        </a:p>
      </dgm:t>
    </dgm:pt>
    <dgm:pt modelId="{4B6D0AEB-7687-4D69-BFFA-E1D526AA08E2}">
      <dgm:prSet/>
      <dgm:spPr/>
      <dgm:t>
        <a:bodyPr/>
        <a:lstStyle/>
        <a:p>
          <a:r>
            <a:rPr lang="en-US"/>
            <a:t>EDA</a:t>
          </a:r>
        </a:p>
      </dgm:t>
    </dgm:pt>
    <dgm:pt modelId="{4AF6420A-C9BD-4268-BE81-378DEDF3AB0E}" type="parTrans" cxnId="{D8A0795D-5278-473B-8E84-D3B0EC18C67D}">
      <dgm:prSet/>
      <dgm:spPr/>
      <dgm:t>
        <a:bodyPr/>
        <a:lstStyle/>
        <a:p>
          <a:endParaRPr lang="en-US"/>
        </a:p>
      </dgm:t>
    </dgm:pt>
    <dgm:pt modelId="{371E1B23-3231-480F-B7EC-31638EDFBA62}" type="sibTrans" cxnId="{D8A0795D-5278-473B-8E84-D3B0EC18C67D}">
      <dgm:prSet/>
      <dgm:spPr/>
      <dgm:t>
        <a:bodyPr/>
        <a:lstStyle/>
        <a:p>
          <a:endParaRPr lang="en-US"/>
        </a:p>
      </dgm:t>
    </dgm:pt>
    <dgm:pt modelId="{0F7895CF-5EE1-4BEF-8D45-29CE8E86D6A5}">
      <dgm:prSet/>
      <dgm:spPr/>
      <dgm:t>
        <a:bodyPr/>
        <a:lstStyle/>
        <a:p>
          <a:r>
            <a:rPr lang="en-US"/>
            <a:t>Input Selection</a:t>
          </a:r>
        </a:p>
      </dgm:t>
    </dgm:pt>
    <dgm:pt modelId="{F3D99750-81F8-486A-A754-845CFE93E7CE}" type="parTrans" cxnId="{FB80989D-1B92-4938-8D14-F5C98E96EEC8}">
      <dgm:prSet/>
      <dgm:spPr/>
      <dgm:t>
        <a:bodyPr/>
        <a:lstStyle/>
        <a:p>
          <a:endParaRPr lang="en-US"/>
        </a:p>
      </dgm:t>
    </dgm:pt>
    <dgm:pt modelId="{326350D8-4194-4717-B516-A397CC478193}" type="sibTrans" cxnId="{FB80989D-1B92-4938-8D14-F5C98E96EEC8}">
      <dgm:prSet/>
      <dgm:spPr/>
      <dgm:t>
        <a:bodyPr/>
        <a:lstStyle/>
        <a:p>
          <a:endParaRPr lang="en-US"/>
        </a:p>
      </dgm:t>
    </dgm:pt>
    <dgm:pt modelId="{65970209-C92F-4DFF-A67F-37DA67737DBE}">
      <dgm:prSet/>
      <dgm:spPr/>
      <dgm:t>
        <a:bodyPr/>
        <a:lstStyle/>
        <a:p>
          <a:r>
            <a:rPr lang="en-US"/>
            <a:t>Modeling</a:t>
          </a:r>
        </a:p>
      </dgm:t>
    </dgm:pt>
    <dgm:pt modelId="{642BDE10-BBBB-4F0E-A23E-752DF9D17C45}" type="parTrans" cxnId="{BEB48654-5A7C-4CDA-8809-83956357D62E}">
      <dgm:prSet/>
      <dgm:spPr/>
      <dgm:t>
        <a:bodyPr/>
        <a:lstStyle/>
        <a:p>
          <a:endParaRPr lang="en-US"/>
        </a:p>
      </dgm:t>
    </dgm:pt>
    <dgm:pt modelId="{DD08B5C6-7616-4620-9D25-8296E04E3CB2}" type="sibTrans" cxnId="{BEB48654-5A7C-4CDA-8809-83956357D62E}">
      <dgm:prSet/>
      <dgm:spPr/>
      <dgm:t>
        <a:bodyPr/>
        <a:lstStyle/>
        <a:p>
          <a:endParaRPr lang="en-US"/>
        </a:p>
      </dgm:t>
    </dgm:pt>
    <dgm:pt modelId="{B29501D6-823B-4F46-9353-A2F58BC6605B}">
      <dgm:prSet/>
      <dgm:spPr/>
      <dgm:t>
        <a:bodyPr/>
        <a:lstStyle/>
        <a:p>
          <a:r>
            <a:rPr lang="en-US"/>
            <a:t>Model Evaluation</a:t>
          </a:r>
        </a:p>
      </dgm:t>
    </dgm:pt>
    <dgm:pt modelId="{DA568051-1F0D-41F0-940F-B73D7E298416}" type="parTrans" cxnId="{D044BBB8-0B7B-4A97-A817-B18752B10915}">
      <dgm:prSet/>
      <dgm:spPr/>
      <dgm:t>
        <a:bodyPr/>
        <a:lstStyle/>
        <a:p>
          <a:endParaRPr lang="en-US"/>
        </a:p>
      </dgm:t>
    </dgm:pt>
    <dgm:pt modelId="{B0C99CD4-BDFA-4975-9BF0-992ABC5BB1DB}" type="sibTrans" cxnId="{D044BBB8-0B7B-4A97-A817-B18752B10915}">
      <dgm:prSet/>
      <dgm:spPr/>
      <dgm:t>
        <a:bodyPr/>
        <a:lstStyle/>
        <a:p>
          <a:endParaRPr lang="en-US"/>
        </a:p>
      </dgm:t>
    </dgm:pt>
    <dgm:pt modelId="{1ACCBB94-4114-45FE-B1C6-685CB9C8CD9A}">
      <dgm:prSet/>
      <dgm:spPr/>
      <dgm:t>
        <a:bodyPr/>
        <a:lstStyle/>
        <a:p>
          <a:r>
            <a:rPr lang="en-US"/>
            <a:t>Presentation Preparation</a:t>
          </a:r>
        </a:p>
      </dgm:t>
    </dgm:pt>
    <dgm:pt modelId="{0A62B37D-3DDA-437D-9CB8-B8CA00E8CE51}" type="parTrans" cxnId="{E1A27383-8862-4988-892D-51FFD97D3182}">
      <dgm:prSet/>
      <dgm:spPr/>
      <dgm:t>
        <a:bodyPr/>
        <a:lstStyle/>
        <a:p>
          <a:endParaRPr lang="en-US"/>
        </a:p>
      </dgm:t>
    </dgm:pt>
    <dgm:pt modelId="{A7515A5E-A858-4CAB-8B66-97D62EBEFB63}" type="sibTrans" cxnId="{E1A27383-8862-4988-892D-51FFD97D3182}">
      <dgm:prSet/>
      <dgm:spPr/>
      <dgm:t>
        <a:bodyPr/>
        <a:lstStyle/>
        <a:p>
          <a:endParaRPr lang="en-US"/>
        </a:p>
      </dgm:t>
    </dgm:pt>
    <dgm:pt modelId="{0271D9B6-6B12-40F1-8446-7A5DCDBBA1A7}" type="pres">
      <dgm:prSet presAssocID="{6D94B5A5-BCAC-4726-8C5E-2E48C21ED275}" presName="vert0" presStyleCnt="0">
        <dgm:presLayoutVars>
          <dgm:dir/>
          <dgm:animOne val="branch"/>
          <dgm:animLvl val="lvl"/>
        </dgm:presLayoutVars>
      </dgm:prSet>
      <dgm:spPr/>
    </dgm:pt>
    <dgm:pt modelId="{C6AC5691-AE83-4D1B-B840-E45A7558D7FE}" type="pres">
      <dgm:prSet presAssocID="{C7808BDB-BFA0-467A-87BA-2E90CE8BCF86}" presName="thickLine" presStyleLbl="alignNode1" presStyleIdx="0" presStyleCnt="6"/>
      <dgm:spPr/>
    </dgm:pt>
    <dgm:pt modelId="{F5FCE2B1-3F86-4D06-AB0A-CE2D81CE6BA5}" type="pres">
      <dgm:prSet presAssocID="{C7808BDB-BFA0-467A-87BA-2E90CE8BCF86}" presName="horz1" presStyleCnt="0"/>
      <dgm:spPr/>
    </dgm:pt>
    <dgm:pt modelId="{015E3632-4FD6-4189-8B33-B882A1B39BF4}" type="pres">
      <dgm:prSet presAssocID="{C7808BDB-BFA0-467A-87BA-2E90CE8BCF86}" presName="tx1" presStyleLbl="revTx" presStyleIdx="0" presStyleCnt="6"/>
      <dgm:spPr/>
    </dgm:pt>
    <dgm:pt modelId="{3601D6E7-36F3-4AAD-969B-6AFD2AB19677}" type="pres">
      <dgm:prSet presAssocID="{C7808BDB-BFA0-467A-87BA-2E90CE8BCF86}" presName="vert1" presStyleCnt="0"/>
      <dgm:spPr/>
    </dgm:pt>
    <dgm:pt modelId="{D0C38761-AD99-4CD5-874B-2177058FE420}" type="pres">
      <dgm:prSet presAssocID="{4B6D0AEB-7687-4D69-BFFA-E1D526AA08E2}" presName="thickLine" presStyleLbl="alignNode1" presStyleIdx="1" presStyleCnt="6"/>
      <dgm:spPr/>
    </dgm:pt>
    <dgm:pt modelId="{5BE103DA-346D-47D2-B810-087A48AF57BF}" type="pres">
      <dgm:prSet presAssocID="{4B6D0AEB-7687-4D69-BFFA-E1D526AA08E2}" presName="horz1" presStyleCnt="0"/>
      <dgm:spPr/>
    </dgm:pt>
    <dgm:pt modelId="{4D296BF2-BCAC-4184-9062-64029B120D43}" type="pres">
      <dgm:prSet presAssocID="{4B6D0AEB-7687-4D69-BFFA-E1D526AA08E2}" presName="tx1" presStyleLbl="revTx" presStyleIdx="1" presStyleCnt="6"/>
      <dgm:spPr/>
    </dgm:pt>
    <dgm:pt modelId="{63A39FED-AA9E-4D3E-9BE4-F78E0549265F}" type="pres">
      <dgm:prSet presAssocID="{4B6D0AEB-7687-4D69-BFFA-E1D526AA08E2}" presName="vert1" presStyleCnt="0"/>
      <dgm:spPr/>
    </dgm:pt>
    <dgm:pt modelId="{77EF2CFC-5131-4810-B575-80FB7C2DE23B}" type="pres">
      <dgm:prSet presAssocID="{0F7895CF-5EE1-4BEF-8D45-29CE8E86D6A5}" presName="thickLine" presStyleLbl="alignNode1" presStyleIdx="2" presStyleCnt="6"/>
      <dgm:spPr/>
    </dgm:pt>
    <dgm:pt modelId="{D521BBC1-583F-426A-96E7-99EFCBB97053}" type="pres">
      <dgm:prSet presAssocID="{0F7895CF-5EE1-4BEF-8D45-29CE8E86D6A5}" presName="horz1" presStyleCnt="0"/>
      <dgm:spPr/>
    </dgm:pt>
    <dgm:pt modelId="{3154D6D1-B1D0-46C2-8196-EDE023293D9D}" type="pres">
      <dgm:prSet presAssocID="{0F7895CF-5EE1-4BEF-8D45-29CE8E86D6A5}" presName="tx1" presStyleLbl="revTx" presStyleIdx="2" presStyleCnt="6"/>
      <dgm:spPr/>
    </dgm:pt>
    <dgm:pt modelId="{C29B85CE-8D63-4373-8B5E-903759C326A2}" type="pres">
      <dgm:prSet presAssocID="{0F7895CF-5EE1-4BEF-8D45-29CE8E86D6A5}" presName="vert1" presStyleCnt="0"/>
      <dgm:spPr/>
    </dgm:pt>
    <dgm:pt modelId="{9F5882E0-0571-401E-AEE0-A53CAB5E6F18}" type="pres">
      <dgm:prSet presAssocID="{65970209-C92F-4DFF-A67F-37DA67737DBE}" presName="thickLine" presStyleLbl="alignNode1" presStyleIdx="3" presStyleCnt="6"/>
      <dgm:spPr/>
    </dgm:pt>
    <dgm:pt modelId="{F3BE456A-B06A-4A8B-AD6A-A3E46274B70D}" type="pres">
      <dgm:prSet presAssocID="{65970209-C92F-4DFF-A67F-37DA67737DBE}" presName="horz1" presStyleCnt="0"/>
      <dgm:spPr/>
    </dgm:pt>
    <dgm:pt modelId="{801632A4-1888-4AE2-AC30-444B95E68E79}" type="pres">
      <dgm:prSet presAssocID="{65970209-C92F-4DFF-A67F-37DA67737DBE}" presName="tx1" presStyleLbl="revTx" presStyleIdx="3" presStyleCnt="6"/>
      <dgm:spPr/>
    </dgm:pt>
    <dgm:pt modelId="{65A490BB-98E1-498D-9DC4-DE4393AF3028}" type="pres">
      <dgm:prSet presAssocID="{65970209-C92F-4DFF-A67F-37DA67737DBE}" presName="vert1" presStyleCnt="0"/>
      <dgm:spPr/>
    </dgm:pt>
    <dgm:pt modelId="{391FCCEC-DBDA-462E-B69B-359FA57D7A08}" type="pres">
      <dgm:prSet presAssocID="{B29501D6-823B-4F46-9353-A2F58BC6605B}" presName="thickLine" presStyleLbl="alignNode1" presStyleIdx="4" presStyleCnt="6"/>
      <dgm:spPr/>
    </dgm:pt>
    <dgm:pt modelId="{FF3118E0-BCCE-41CE-9172-90C60EBA34EF}" type="pres">
      <dgm:prSet presAssocID="{B29501D6-823B-4F46-9353-A2F58BC6605B}" presName="horz1" presStyleCnt="0"/>
      <dgm:spPr/>
    </dgm:pt>
    <dgm:pt modelId="{22C6A665-B927-4E19-ABC7-5DEAA5634F5C}" type="pres">
      <dgm:prSet presAssocID="{B29501D6-823B-4F46-9353-A2F58BC6605B}" presName="tx1" presStyleLbl="revTx" presStyleIdx="4" presStyleCnt="6"/>
      <dgm:spPr/>
    </dgm:pt>
    <dgm:pt modelId="{AA514618-5299-4E50-884D-1BFF1D554396}" type="pres">
      <dgm:prSet presAssocID="{B29501D6-823B-4F46-9353-A2F58BC6605B}" presName="vert1" presStyleCnt="0"/>
      <dgm:spPr/>
    </dgm:pt>
    <dgm:pt modelId="{E5B9210A-4003-449D-BCD1-E66EA6D6702B}" type="pres">
      <dgm:prSet presAssocID="{1ACCBB94-4114-45FE-B1C6-685CB9C8CD9A}" presName="thickLine" presStyleLbl="alignNode1" presStyleIdx="5" presStyleCnt="6"/>
      <dgm:spPr/>
    </dgm:pt>
    <dgm:pt modelId="{4EEB9C6E-A93F-4DF7-9683-24356679F91C}" type="pres">
      <dgm:prSet presAssocID="{1ACCBB94-4114-45FE-B1C6-685CB9C8CD9A}" presName="horz1" presStyleCnt="0"/>
      <dgm:spPr/>
    </dgm:pt>
    <dgm:pt modelId="{42B78E2B-1358-4229-8F30-01C7F12A3AA2}" type="pres">
      <dgm:prSet presAssocID="{1ACCBB94-4114-45FE-B1C6-685CB9C8CD9A}" presName="tx1" presStyleLbl="revTx" presStyleIdx="5" presStyleCnt="6"/>
      <dgm:spPr/>
    </dgm:pt>
    <dgm:pt modelId="{7C88DE2D-1A12-402E-B7A5-DAE3447E457C}" type="pres">
      <dgm:prSet presAssocID="{1ACCBB94-4114-45FE-B1C6-685CB9C8CD9A}" presName="vert1" presStyleCnt="0"/>
      <dgm:spPr/>
    </dgm:pt>
  </dgm:ptLst>
  <dgm:cxnLst>
    <dgm:cxn modelId="{53895509-D1E8-4501-AA34-325D2FDAD11F}" type="presOf" srcId="{B29501D6-823B-4F46-9353-A2F58BC6605B}" destId="{22C6A665-B927-4E19-ABC7-5DEAA5634F5C}" srcOrd="0" destOrd="0" presId="urn:microsoft.com/office/officeart/2008/layout/LinedList"/>
    <dgm:cxn modelId="{2971820E-55FC-49EE-8245-B84D466B04E1}" type="presOf" srcId="{65970209-C92F-4DFF-A67F-37DA67737DBE}" destId="{801632A4-1888-4AE2-AC30-444B95E68E79}" srcOrd="0" destOrd="0" presId="urn:microsoft.com/office/officeart/2008/layout/LinedList"/>
    <dgm:cxn modelId="{E5860722-65CD-4B91-83D0-6744904F3A08}" type="presOf" srcId="{6D94B5A5-BCAC-4726-8C5E-2E48C21ED275}" destId="{0271D9B6-6B12-40F1-8446-7A5DCDBBA1A7}" srcOrd="0" destOrd="0" presId="urn:microsoft.com/office/officeart/2008/layout/LinedList"/>
    <dgm:cxn modelId="{D8A0795D-5278-473B-8E84-D3B0EC18C67D}" srcId="{6D94B5A5-BCAC-4726-8C5E-2E48C21ED275}" destId="{4B6D0AEB-7687-4D69-BFFA-E1D526AA08E2}" srcOrd="1" destOrd="0" parTransId="{4AF6420A-C9BD-4268-BE81-378DEDF3AB0E}" sibTransId="{371E1B23-3231-480F-B7EC-31638EDFBA62}"/>
    <dgm:cxn modelId="{E2736A6D-BCC2-4D19-A205-5F6A226A66F0}" type="presOf" srcId="{1ACCBB94-4114-45FE-B1C6-685CB9C8CD9A}" destId="{42B78E2B-1358-4229-8F30-01C7F12A3AA2}" srcOrd="0" destOrd="0" presId="urn:microsoft.com/office/officeart/2008/layout/LinedList"/>
    <dgm:cxn modelId="{BEB48654-5A7C-4CDA-8809-83956357D62E}" srcId="{6D94B5A5-BCAC-4726-8C5E-2E48C21ED275}" destId="{65970209-C92F-4DFF-A67F-37DA67737DBE}" srcOrd="3" destOrd="0" parTransId="{642BDE10-BBBB-4F0E-A23E-752DF9D17C45}" sibTransId="{DD08B5C6-7616-4620-9D25-8296E04E3CB2}"/>
    <dgm:cxn modelId="{E1A27383-8862-4988-892D-51FFD97D3182}" srcId="{6D94B5A5-BCAC-4726-8C5E-2E48C21ED275}" destId="{1ACCBB94-4114-45FE-B1C6-685CB9C8CD9A}" srcOrd="5" destOrd="0" parTransId="{0A62B37D-3DDA-437D-9CB8-B8CA00E8CE51}" sibTransId="{A7515A5E-A858-4CAB-8B66-97D62EBEFB63}"/>
    <dgm:cxn modelId="{0F6D2895-A6A7-4AF4-9CC3-31CE2CD7190B}" type="presOf" srcId="{C7808BDB-BFA0-467A-87BA-2E90CE8BCF86}" destId="{015E3632-4FD6-4189-8B33-B882A1B39BF4}" srcOrd="0" destOrd="0" presId="urn:microsoft.com/office/officeart/2008/layout/LinedList"/>
    <dgm:cxn modelId="{FB80989D-1B92-4938-8D14-F5C98E96EEC8}" srcId="{6D94B5A5-BCAC-4726-8C5E-2E48C21ED275}" destId="{0F7895CF-5EE1-4BEF-8D45-29CE8E86D6A5}" srcOrd="2" destOrd="0" parTransId="{F3D99750-81F8-486A-A754-845CFE93E7CE}" sibTransId="{326350D8-4194-4717-B516-A397CC478193}"/>
    <dgm:cxn modelId="{9A3264A4-DE1A-4B4E-8412-ECD16DDA7667}" srcId="{6D94B5A5-BCAC-4726-8C5E-2E48C21ED275}" destId="{C7808BDB-BFA0-467A-87BA-2E90CE8BCF86}" srcOrd="0" destOrd="0" parTransId="{E76B0A73-F263-4AA1-AC02-94FACAFC4C90}" sibTransId="{6D76F7E5-732E-4668-AD94-5B8D6FAC94EE}"/>
    <dgm:cxn modelId="{369587B4-6615-4D1F-9E34-94EADB41C025}" type="presOf" srcId="{0F7895CF-5EE1-4BEF-8D45-29CE8E86D6A5}" destId="{3154D6D1-B1D0-46C2-8196-EDE023293D9D}" srcOrd="0" destOrd="0" presId="urn:microsoft.com/office/officeart/2008/layout/LinedList"/>
    <dgm:cxn modelId="{27E5D4B6-BD14-4930-B4BC-B9DFFD930FF9}" type="presOf" srcId="{4B6D0AEB-7687-4D69-BFFA-E1D526AA08E2}" destId="{4D296BF2-BCAC-4184-9062-64029B120D43}" srcOrd="0" destOrd="0" presId="urn:microsoft.com/office/officeart/2008/layout/LinedList"/>
    <dgm:cxn modelId="{D044BBB8-0B7B-4A97-A817-B18752B10915}" srcId="{6D94B5A5-BCAC-4726-8C5E-2E48C21ED275}" destId="{B29501D6-823B-4F46-9353-A2F58BC6605B}" srcOrd="4" destOrd="0" parTransId="{DA568051-1F0D-41F0-940F-B73D7E298416}" sibTransId="{B0C99CD4-BDFA-4975-9BF0-992ABC5BB1DB}"/>
    <dgm:cxn modelId="{297D4A08-8722-43C6-B9C7-B4C3A8B8F032}" type="presParOf" srcId="{0271D9B6-6B12-40F1-8446-7A5DCDBBA1A7}" destId="{C6AC5691-AE83-4D1B-B840-E45A7558D7FE}" srcOrd="0" destOrd="0" presId="urn:microsoft.com/office/officeart/2008/layout/LinedList"/>
    <dgm:cxn modelId="{05F81B00-45E0-4DC8-A5DF-4DC7A1E89972}" type="presParOf" srcId="{0271D9B6-6B12-40F1-8446-7A5DCDBBA1A7}" destId="{F5FCE2B1-3F86-4D06-AB0A-CE2D81CE6BA5}" srcOrd="1" destOrd="0" presId="urn:microsoft.com/office/officeart/2008/layout/LinedList"/>
    <dgm:cxn modelId="{F3C2CDC0-C9B6-4476-89D7-8B00FA1A7005}" type="presParOf" srcId="{F5FCE2B1-3F86-4D06-AB0A-CE2D81CE6BA5}" destId="{015E3632-4FD6-4189-8B33-B882A1B39BF4}" srcOrd="0" destOrd="0" presId="urn:microsoft.com/office/officeart/2008/layout/LinedList"/>
    <dgm:cxn modelId="{52C2546C-541C-4F4F-9B8E-ABF65F009A91}" type="presParOf" srcId="{F5FCE2B1-3F86-4D06-AB0A-CE2D81CE6BA5}" destId="{3601D6E7-36F3-4AAD-969B-6AFD2AB19677}" srcOrd="1" destOrd="0" presId="urn:microsoft.com/office/officeart/2008/layout/LinedList"/>
    <dgm:cxn modelId="{8B2CB1F2-1706-4452-97F5-44B8A523E371}" type="presParOf" srcId="{0271D9B6-6B12-40F1-8446-7A5DCDBBA1A7}" destId="{D0C38761-AD99-4CD5-874B-2177058FE420}" srcOrd="2" destOrd="0" presId="urn:microsoft.com/office/officeart/2008/layout/LinedList"/>
    <dgm:cxn modelId="{830F6B6D-CB41-48C9-93DD-A4078D8237B4}" type="presParOf" srcId="{0271D9B6-6B12-40F1-8446-7A5DCDBBA1A7}" destId="{5BE103DA-346D-47D2-B810-087A48AF57BF}" srcOrd="3" destOrd="0" presId="urn:microsoft.com/office/officeart/2008/layout/LinedList"/>
    <dgm:cxn modelId="{B18D34B1-100C-4361-825B-2A23535220A5}" type="presParOf" srcId="{5BE103DA-346D-47D2-B810-087A48AF57BF}" destId="{4D296BF2-BCAC-4184-9062-64029B120D43}" srcOrd="0" destOrd="0" presId="urn:microsoft.com/office/officeart/2008/layout/LinedList"/>
    <dgm:cxn modelId="{4AABC4E0-8425-4FB5-9FFE-7A047D351178}" type="presParOf" srcId="{5BE103DA-346D-47D2-B810-087A48AF57BF}" destId="{63A39FED-AA9E-4D3E-9BE4-F78E0549265F}" srcOrd="1" destOrd="0" presId="urn:microsoft.com/office/officeart/2008/layout/LinedList"/>
    <dgm:cxn modelId="{2B0553EC-1798-41E5-AFB1-5EB24B3457D5}" type="presParOf" srcId="{0271D9B6-6B12-40F1-8446-7A5DCDBBA1A7}" destId="{77EF2CFC-5131-4810-B575-80FB7C2DE23B}" srcOrd="4" destOrd="0" presId="urn:microsoft.com/office/officeart/2008/layout/LinedList"/>
    <dgm:cxn modelId="{EA58A5D1-FC78-49F4-A3BA-61650D3FFE31}" type="presParOf" srcId="{0271D9B6-6B12-40F1-8446-7A5DCDBBA1A7}" destId="{D521BBC1-583F-426A-96E7-99EFCBB97053}" srcOrd="5" destOrd="0" presId="urn:microsoft.com/office/officeart/2008/layout/LinedList"/>
    <dgm:cxn modelId="{DB11AC9A-C53F-4F1A-8EC1-3D33F58D092B}" type="presParOf" srcId="{D521BBC1-583F-426A-96E7-99EFCBB97053}" destId="{3154D6D1-B1D0-46C2-8196-EDE023293D9D}" srcOrd="0" destOrd="0" presId="urn:microsoft.com/office/officeart/2008/layout/LinedList"/>
    <dgm:cxn modelId="{62226795-733D-4DAA-9BBA-E079967E0757}" type="presParOf" srcId="{D521BBC1-583F-426A-96E7-99EFCBB97053}" destId="{C29B85CE-8D63-4373-8B5E-903759C326A2}" srcOrd="1" destOrd="0" presId="urn:microsoft.com/office/officeart/2008/layout/LinedList"/>
    <dgm:cxn modelId="{9E869DB1-81EC-4E69-A743-5856370E6ECE}" type="presParOf" srcId="{0271D9B6-6B12-40F1-8446-7A5DCDBBA1A7}" destId="{9F5882E0-0571-401E-AEE0-A53CAB5E6F18}" srcOrd="6" destOrd="0" presId="urn:microsoft.com/office/officeart/2008/layout/LinedList"/>
    <dgm:cxn modelId="{EA0440F9-7427-41FF-A8CB-5E4321EC4948}" type="presParOf" srcId="{0271D9B6-6B12-40F1-8446-7A5DCDBBA1A7}" destId="{F3BE456A-B06A-4A8B-AD6A-A3E46274B70D}" srcOrd="7" destOrd="0" presId="urn:microsoft.com/office/officeart/2008/layout/LinedList"/>
    <dgm:cxn modelId="{22823EEC-9CEE-4346-BD8B-A5C4695FFC1D}" type="presParOf" srcId="{F3BE456A-B06A-4A8B-AD6A-A3E46274B70D}" destId="{801632A4-1888-4AE2-AC30-444B95E68E79}" srcOrd="0" destOrd="0" presId="urn:microsoft.com/office/officeart/2008/layout/LinedList"/>
    <dgm:cxn modelId="{E93CFACB-3689-41A6-A936-56966362523B}" type="presParOf" srcId="{F3BE456A-B06A-4A8B-AD6A-A3E46274B70D}" destId="{65A490BB-98E1-498D-9DC4-DE4393AF3028}" srcOrd="1" destOrd="0" presId="urn:microsoft.com/office/officeart/2008/layout/LinedList"/>
    <dgm:cxn modelId="{30FBAEDB-6606-4A45-8A5C-79BF23E6D63D}" type="presParOf" srcId="{0271D9B6-6B12-40F1-8446-7A5DCDBBA1A7}" destId="{391FCCEC-DBDA-462E-B69B-359FA57D7A08}" srcOrd="8" destOrd="0" presId="urn:microsoft.com/office/officeart/2008/layout/LinedList"/>
    <dgm:cxn modelId="{9B635CE8-E87F-4F58-9685-851210E60150}" type="presParOf" srcId="{0271D9B6-6B12-40F1-8446-7A5DCDBBA1A7}" destId="{FF3118E0-BCCE-41CE-9172-90C60EBA34EF}" srcOrd="9" destOrd="0" presId="urn:microsoft.com/office/officeart/2008/layout/LinedList"/>
    <dgm:cxn modelId="{179890FA-FE8D-4AB3-869D-5DBE16F04B68}" type="presParOf" srcId="{FF3118E0-BCCE-41CE-9172-90C60EBA34EF}" destId="{22C6A665-B927-4E19-ABC7-5DEAA5634F5C}" srcOrd="0" destOrd="0" presId="urn:microsoft.com/office/officeart/2008/layout/LinedList"/>
    <dgm:cxn modelId="{0D630E75-84F9-4E25-9FD6-97896A23EFF7}" type="presParOf" srcId="{FF3118E0-BCCE-41CE-9172-90C60EBA34EF}" destId="{AA514618-5299-4E50-884D-1BFF1D554396}" srcOrd="1" destOrd="0" presId="urn:microsoft.com/office/officeart/2008/layout/LinedList"/>
    <dgm:cxn modelId="{43C1E885-DA3D-4A23-8817-0ED5D6C63D3E}" type="presParOf" srcId="{0271D9B6-6B12-40F1-8446-7A5DCDBBA1A7}" destId="{E5B9210A-4003-449D-BCD1-E66EA6D6702B}" srcOrd="10" destOrd="0" presId="urn:microsoft.com/office/officeart/2008/layout/LinedList"/>
    <dgm:cxn modelId="{328DADAD-7BC6-4AB8-9CD2-EF6B2A831758}" type="presParOf" srcId="{0271D9B6-6B12-40F1-8446-7A5DCDBBA1A7}" destId="{4EEB9C6E-A93F-4DF7-9683-24356679F91C}" srcOrd="11" destOrd="0" presId="urn:microsoft.com/office/officeart/2008/layout/LinedList"/>
    <dgm:cxn modelId="{8C68919C-D16C-46E6-BEBB-F235CB75F7F9}" type="presParOf" srcId="{4EEB9C6E-A93F-4DF7-9683-24356679F91C}" destId="{42B78E2B-1358-4229-8F30-01C7F12A3AA2}" srcOrd="0" destOrd="0" presId="urn:microsoft.com/office/officeart/2008/layout/LinedList"/>
    <dgm:cxn modelId="{BE601F06-8AE6-4B00-B733-86B396229932}" type="presParOf" srcId="{4EEB9C6E-A93F-4DF7-9683-24356679F91C}" destId="{7C88DE2D-1A12-402E-B7A5-DAE3447E457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10A7C-362B-41BC-AF0D-3665DC275881}">
      <dsp:nvSpPr>
        <dsp:cNvPr id="0" name=""/>
        <dsp:cNvSpPr/>
      </dsp:nvSpPr>
      <dsp:spPr>
        <a:xfrm>
          <a:off x="0" y="852906"/>
          <a:ext cx="5914209" cy="157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1223E-474A-40A3-82DC-43F8367FA987}">
      <dsp:nvSpPr>
        <dsp:cNvPr id="0" name=""/>
        <dsp:cNvSpPr/>
      </dsp:nvSpPr>
      <dsp:spPr>
        <a:xfrm>
          <a:off x="476315" y="1207191"/>
          <a:ext cx="866028" cy="8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A2D0B-C8D5-42E6-ACDF-CD495106511C}">
      <dsp:nvSpPr>
        <dsp:cNvPr id="0" name=""/>
        <dsp:cNvSpPr/>
      </dsp:nvSpPr>
      <dsp:spPr>
        <a:xfrm>
          <a:off x="1818659" y="852906"/>
          <a:ext cx="4095549" cy="157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Regression Question: How do hours studied and previous scores predict a student's exam score?</a:t>
          </a:r>
        </a:p>
      </dsp:txBody>
      <dsp:txXfrm>
        <a:off x="1818659" y="852906"/>
        <a:ext cx="4095549" cy="1574597"/>
      </dsp:txXfrm>
    </dsp:sp>
    <dsp:sp modelId="{0D6F687C-71DC-486C-ACDE-522CEF8D0BBF}">
      <dsp:nvSpPr>
        <dsp:cNvPr id="0" name=""/>
        <dsp:cNvSpPr/>
      </dsp:nvSpPr>
      <dsp:spPr>
        <a:xfrm>
          <a:off x="0" y="2821153"/>
          <a:ext cx="5914209" cy="157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0E1E5-D5B5-4B94-849C-1A9C29E35B0A}">
      <dsp:nvSpPr>
        <dsp:cNvPr id="0" name=""/>
        <dsp:cNvSpPr/>
      </dsp:nvSpPr>
      <dsp:spPr>
        <a:xfrm>
          <a:off x="476315" y="3175437"/>
          <a:ext cx="866028" cy="866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DCBB8-E8CB-48E6-9BA6-6357EAE2D5FE}">
      <dsp:nvSpPr>
        <dsp:cNvPr id="0" name=""/>
        <dsp:cNvSpPr/>
      </dsp:nvSpPr>
      <dsp:spPr>
        <a:xfrm>
          <a:off x="1818659" y="2821153"/>
          <a:ext cx="4095549" cy="157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Classification Question: Can we classify whether a student scores above average based on study habits and socioeconomic factors?</a:t>
          </a:r>
        </a:p>
      </dsp:txBody>
      <dsp:txXfrm>
        <a:off x="1818659" y="2821153"/>
        <a:ext cx="4095549" cy="15745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F52E7B-6646-49B7-A601-DDEE1A232448}">
      <dsp:nvSpPr>
        <dsp:cNvPr id="0" name=""/>
        <dsp:cNvSpPr/>
      </dsp:nvSpPr>
      <dsp:spPr>
        <a:xfrm>
          <a:off x="0" y="1171053"/>
          <a:ext cx="591420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8DD597-EB20-4A6C-9EC2-ECA866F08CDF}">
      <dsp:nvSpPr>
        <dsp:cNvPr id="0" name=""/>
        <dsp:cNvSpPr/>
      </dsp:nvSpPr>
      <dsp:spPr>
        <a:xfrm>
          <a:off x="295710" y="949653"/>
          <a:ext cx="4139946" cy="4428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80" tIns="0" rIns="15648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6,607 student records</a:t>
          </a:r>
        </a:p>
      </dsp:txBody>
      <dsp:txXfrm>
        <a:off x="317326" y="971269"/>
        <a:ext cx="4096714" cy="399568"/>
      </dsp:txXfrm>
    </dsp:sp>
    <dsp:sp modelId="{192CBAF4-FA7D-4095-9CBC-FCACF3EE8989}">
      <dsp:nvSpPr>
        <dsp:cNvPr id="0" name=""/>
        <dsp:cNvSpPr/>
      </dsp:nvSpPr>
      <dsp:spPr>
        <a:xfrm>
          <a:off x="0" y="1851453"/>
          <a:ext cx="591420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750137"/>
              <a:satOff val="-13193"/>
              <a:lumOff val="52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05FCA-CECF-4B40-94ED-33FBB67864FD}">
      <dsp:nvSpPr>
        <dsp:cNvPr id="0" name=""/>
        <dsp:cNvSpPr/>
      </dsp:nvSpPr>
      <dsp:spPr>
        <a:xfrm>
          <a:off x="295710" y="1630053"/>
          <a:ext cx="4139946" cy="4428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750137"/>
                <a:satOff val="-13193"/>
                <a:lumOff val="523"/>
                <a:alphaOff val="0"/>
                <a:shade val="74000"/>
                <a:satMod val="130000"/>
                <a:lumMod val="90000"/>
              </a:schemeClr>
              <a:schemeClr val="accent2">
                <a:hueOff val="750137"/>
                <a:satOff val="-13193"/>
                <a:lumOff val="523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80" tIns="0" rIns="15648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Numerical</a:t>
          </a:r>
          <a:r>
            <a:rPr lang="en-US" sz="1500" kern="1200"/>
            <a:t>: Hours_Studied, Sleep_Hours, Attendance, Tutoring_Sessions</a:t>
          </a:r>
        </a:p>
      </dsp:txBody>
      <dsp:txXfrm>
        <a:off x="317326" y="1651669"/>
        <a:ext cx="4096714" cy="399568"/>
      </dsp:txXfrm>
    </dsp:sp>
    <dsp:sp modelId="{2D498E17-A90F-47D6-809F-AF9B341145D9}">
      <dsp:nvSpPr>
        <dsp:cNvPr id="0" name=""/>
        <dsp:cNvSpPr/>
      </dsp:nvSpPr>
      <dsp:spPr>
        <a:xfrm>
          <a:off x="0" y="2531853"/>
          <a:ext cx="591420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500273"/>
              <a:satOff val="-26385"/>
              <a:lumOff val="10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CF0CD-A421-488D-9CC7-08AD3CF62F1A}">
      <dsp:nvSpPr>
        <dsp:cNvPr id="0" name=""/>
        <dsp:cNvSpPr/>
      </dsp:nvSpPr>
      <dsp:spPr>
        <a:xfrm>
          <a:off x="295710" y="2310453"/>
          <a:ext cx="4139946" cy="4428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1500273"/>
                <a:satOff val="-26385"/>
                <a:lumOff val="1046"/>
                <a:alphaOff val="0"/>
                <a:shade val="74000"/>
                <a:satMod val="130000"/>
                <a:lumMod val="90000"/>
              </a:schemeClr>
              <a:schemeClr val="accent2">
                <a:hueOff val="1500273"/>
                <a:satOff val="-26385"/>
                <a:lumOff val="1046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80" tIns="0" rIns="15648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Categorical: Gender, Parental_Education_Level, Motivation_Level, etc…</a:t>
          </a:r>
        </a:p>
      </dsp:txBody>
      <dsp:txXfrm>
        <a:off x="317326" y="2332069"/>
        <a:ext cx="4096714" cy="399568"/>
      </dsp:txXfrm>
    </dsp:sp>
    <dsp:sp modelId="{498D4818-9B4D-4FEB-A942-65143B7909E0}">
      <dsp:nvSpPr>
        <dsp:cNvPr id="0" name=""/>
        <dsp:cNvSpPr/>
      </dsp:nvSpPr>
      <dsp:spPr>
        <a:xfrm>
          <a:off x="0" y="3212253"/>
          <a:ext cx="5914209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250410"/>
              <a:satOff val="-39578"/>
              <a:lumOff val="156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9008" tIns="312420" rIns="45900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Exam_Score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Hours_Studied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Above_Average_Score </a:t>
          </a:r>
        </a:p>
      </dsp:txBody>
      <dsp:txXfrm>
        <a:off x="0" y="3212253"/>
        <a:ext cx="5914209" cy="1086750"/>
      </dsp:txXfrm>
    </dsp:sp>
    <dsp:sp modelId="{E761F77D-33D4-4D74-B18B-A5F003F8CC78}">
      <dsp:nvSpPr>
        <dsp:cNvPr id="0" name=""/>
        <dsp:cNvSpPr/>
      </dsp:nvSpPr>
      <dsp:spPr>
        <a:xfrm>
          <a:off x="295710" y="2990853"/>
          <a:ext cx="4139946" cy="4428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2250410"/>
                <a:satOff val="-39578"/>
                <a:lumOff val="1569"/>
                <a:alphaOff val="0"/>
                <a:shade val="74000"/>
                <a:satMod val="130000"/>
                <a:lumMod val="90000"/>
              </a:schemeClr>
              <a:schemeClr val="accent2">
                <a:hueOff val="2250410"/>
                <a:satOff val="-39578"/>
                <a:lumOff val="1569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80" tIns="0" rIns="15648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Key Attributes</a:t>
          </a:r>
        </a:p>
      </dsp:txBody>
      <dsp:txXfrm>
        <a:off x="317326" y="3012469"/>
        <a:ext cx="4096714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FE7EE-D9AA-441F-BDCC-4B1E67E2B324}">
      <dsp:nvSpPr>
        <dsp:cNvPr id="0" name=""/>
        <dsp:cNvSpPr/>
      </dsp:nvSpPr>
      <dsp:spPr>
        <a:xfrm>
          <a:off x="0" y="9963"/>
          <a:ext cx="5914209" cy="9594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Visualizations</a:t>
          </a:r>
        </a:p>
      </dsp:txBody>
      <dsp:txXfrm>
        <a:off x="46834" y="56797"/>
        <a:ext cx="5820541" cy="865732"/>
      </dsp:txXfrm>
    </dsp:sp>
    <dsp:sp modelId="{CFBC8867-86EE-4328-9838-A5C0BB931CC6}">
      <dsp:nvSpPr>
        <dsp:cNvPr id="0" name=""/>
        <dsp:cNvSpPr/>
      </dsp:nvSpPr>
      <dsp:spPr>
        <a:xfrm>
          <a:off x="0" y="969363"/>
          <a:ext cx="5914209" cy="1867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76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Scatter plots: Hours_Studied vs Exam_Score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Histogram: Exam_Score distribution</a:t>
          </a:r>
        </a:p>
      </dsp:txBody>
      <dsp:txXfrm>
        <a:off x="0" y="969363"/>
        <a:ext cx="5914209" cy="1867140"/>
      </dsp:txXfrm>
    </dsp:sp>
    <dsp:sp modelId="{6CC85CFE-A6C9-41B2-97F7-A58AC5CA559C}">
      <dsp:nvSpPr>
        <dsp:cNvPr id="0" name=""/>
        <dsp:cNvSpPr/>
      </dsp:nvSpPr>
      <dsp:spPr>
        <a:xfrm>
          <a:off x="0" y="2836503"/>
          <a:ext cx="5914209" cy="9594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2250410"/>
                <a:satOff val="-39578"/>
                <a:lumOff val="1569"/>
                <a:alphaOff val="0"/>
                <a:shade val="74000"/>
                <a:satMod val="130000"/>
                <a:lumMod val="90000"/>
              </a:schemeClr>
              <a:schemeClr val="accent2">
                <a:hueOff val="2250410"/>
                <a:satOff val="-39578"/>
                <a:lumOff val="1569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Summary Statistics</a:t>
          </a:r>
        </a:p>
      </dsp:txBody>
      <dsp:txXfrm>
        <a:off x="46834" y="2883337"/>
        <a:ext cx="5820541" cy="865732"/>
      </dsp:txXfrm>
    </dsp:sp>
    <dsp:sp modelId="{7753E245-FA8C-4C57-AB99-42245673A8E3}">
      <dsp:nvSpPr>
        <dsp:cNvPr id="0" name=""/>
        <dsp:cNvSpPr/>
      </dsp:nvSpPr>
      <dsp:spPr>
        <a:xfrm>
          <a:off x="0" y="3795903"/>
          <a:ext cx="5914209" cy="1442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76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Correlation heatmap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Mean and standard deviation of exam scores</a:t>
          </a:r>
        </a:p>
      </dsp:txBody>
      <dsp:txXfrm>
        <a:off x="0" y="3795903"/>
        <a:ext cx="5914209" cy="14427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C22B2-138D-4C9A-B80C-1A7EAB412B1D}">
      <dsp:nvSpPr>
        <dsp:cNvPr id="0" name=""/>
        <dsp:cNvSpPr/>
      </dsp:nvSpPr>
      <dsp:spPr>
        <a:xfrm>
          <a:off x="0" y="185283"/>
          <a:ext cx="5914209" cy="98279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Linear Regression:</a:t>
          </a:r>
        </a:p>
      </dsp:txBody>
      <dsp:txXfrm>
        <a:off x="47976" y="233259"/>
        <a:ext cx="5818257" cy="886847"/>
      </dsp:txXfrm>
    </dsp:sp>
    <dsp:sp modelId="{62DF6891-2591-4433-8EC5-98CE09F1F563}">
      <dsp:nvSpPr>
        <dsp:cNvPr id="0" name=""/>
        <dsp:cNvSpPr/>
      </dsp:nvSpPr>
      <dsp:spPr>
        <a:xfrm>
          <a:off x="0" y="1168083"/>
          <a:ext cx="5914209" cy="13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76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Predict Exam_Score using Hours_Studied, Previous_Scores, etc…</a:t>
          </a:r>
        </a:p>
      </dsp:txBody>
      <dsp:txXfrm>
        <a:off x="0" y="1168083"/>
        <a:ext cx="5914209" cy="1391040"/>
      </dsp:txXfrm>
    </dsp:sp>
    <dsp:sp modelId="{DF98D5CE-D58F-40B4-B623-7E4AB835A723}">
      <dsp:nvSpPr>
        <dsp:cNvPr id="0" name=""/>
        <dsp:cNvSpPr/>
      </dsp:nvSpPr>
      <dsp:spPr>
        <a:xfrm>
          <a:off x="0" y="2559123"/>
          <a:ext cx="5914209" cy="98279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2250410"/>
                <a:satOff val="-39578"/>
                <a:lumOff val="1569"/>
                <a:alphaOff val="0"/>
                <a:shade val="74000"/>
                <a:satMod val="130000"/>
                <a:lumMod val="90000"/>
              </a:schemeClr>
              <a:schemeClr val="accent2">
                <a:hueOff val="2250410"/>
                <a:satOff val="-39578"/>
                <a:lumOff val="1569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Logistic Regression:</a:t>
          </a:r>
        </a:p>
      </dsp:txBody>
      <dsp:txXfrm>
        <a:off x="47976" y="2607099"/>
        <a:ext cx="5818257" cy="886847"/>
      </dsp:txXfrm>
    </dsp:sp>
    <dsp:sp modelId="{F8C3AD47-64FB-4C29-9994-4C219B21C1F8}">
      <dsp:nvSpPr>
        <dsp:cNvPr id="0" name=""/>
        <dsp:cNvSpPr/>
      </dsp:nvSpPr>
      <dsp:spPr>
        <a:xfrm>
          <a:off x="0" y="3541923"/>
          <a:ext cx="5914209" cy="152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76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Classify Above_Average_Score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Input: Study behavior, income, motivation level, etc…</a:t>
          </a:r>
        </a:p>
      </dsp:txBody>
      <dsp:txXfrm>
        <a:off x="0" y="3541923"/>
        <a:ext cx="5914209" cy="15214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C5691-AE83-4D1B-B840-E45A7558D7FE}">
      <dsp:nvSpPr>
        <dsp:cNvPr id="0" name=""/>
        <dsp:cNvSpPr/>
      </dsp:nvSpPr>
      <dsp:spPr>
        <a:xfrm>
          <a:off x="0" y="2562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5E3632-4FD6-4189-8B33-B882A1B39BF4}">
      <dsp:nvSpPr>
        <dsp:cNvPr id="0" name=""/>
        <dsp:cNvSpPr/>
      </dsp:nvSpPr>
      <dsp:spPr>
        <a:xfrm>
          <a:off x="0" y="2562"/>
          <a:ext cx="5914209" cy="873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Data Cleaning &amp; Preprocessing</a:t>
          </a:r>
        </a:p>
      </dsp:txBody>
      <dsp:txXfrm>
        <a:off x="0" y="2562"/>
        <a:ext cx="5914209" cy="873921"/>
      </dsp:txXfrm>
    </dsp:sp>
    <dsp:sp modelId="{D0C38761-AD99-4CD5-874B-2177058FE420}">
      <dsp:nvSpPr>
        <dsp:cNvPr id="0" name=""/>
        <dsp:cNvSpPr/>
      </dsp:nvSpPr>
      <dsp:spPr>
        <a:xfrm>
          <a:off x="0" y="876484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450082"/>
                <a:satOff val="-7916"/>
                <a:lumOff val="314"/>
                <a:alphaOff val="0"/>
                <a:shade val="74000"/>
                <a:satMod val="130000"/>
                <a:lumMod val="90000"/>
              </a:schemeClr>
              <a:schemeClr val="accent2">
                <a:hueOff val="450082"/>
                <a:satOff val="-7916"/>
                <a:lumOff val="314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450082"/>
              <a:satOff val="-7916"/>
              <a:lumOff val="314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296BF2-BCAC-4184-9062-64029B120D43}">
      <dsp:nvSpPr>
        <dsp:cNvPr id="0" name=""/>
        <dsp:cNvSpPr/>
      </dsp:nvSpPr>
      <dsp:spPr>
        <a:xfrm>
          <a:off x="0" y="876484"/>
          <a:ext cx="5914209" cy="873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EDA</a:t>
          </a:r>
        </a:p>
      </dsp:txBody>
      <dsp:txXfrm>
        <a:off x="0" y="876484"/>
        <a:ext cx="5914209" cy="873921"/>
      </dsp:txXfrm>
    </dsp:sp>
    <dsp:sp modelId="{77EF2CFC-5131-4810-B575-80FB7C2DE23B}">
      <dsp:nvSpPr>
        <dsp:cNvPr id="0" name=""/>
        <dsp:cNvSpPr/>
      </dsp:nvSpPr>
      <dsp:spPr>
        <a:xfrm>
          <a:off x="0" y="1750406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900164"/>
                <a:satOff val="-15831"/>
                <a:lumOff val="628"/>
                <a:alphaOff val="0"/>
                <a:shade val="74000"/>
                <a:satMod val="130000"/>
                <a:lumMod val="90000"/>
              </a:schemeClr>
              <a:schemeClr val="accent2">
                <a:hueOff val="900164"/>
                <a:satOff val="-15831"/>
                <a:lumOff val="628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900164"/>
              <a:satOff val="-15831"/>
              <a:lumOff val="628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54D6D1-B1D0-46C2-8196-EDE023293D9D}">
      <dsp:nvSpPr>
        <dsp:cNvPr id="0" name=""/>
        <dsp:cNvSpPr/>
      </dsp:nvSpPr>
      <dsp:spPr>
        <a:xfrm>
          <a:off x="0" y="1750406"/>
          <a:ext cx="5914209" cy="873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Input Selection</a:t>
          </a:r>
        </a:p>
      </dsp:txBody>
      <dsp:txXfrm>
        <a:off x="0" y="1750406"/>
        <a:ext cx="5914209" cy="873921"/>
      </dsp:txXfrm>
    </dsp:sp>
    <dsp:sp modelId="{9F5882E0-0571-401E-AEE0-A53CAB5E6F18}">
      <dsp:nvSpPr>
        <dsp:cNvPr id="0" name=""/>
        <dsp:cNvSpPr/>
      </dsp:nvSpPr>
      <dsp:spPr>
        <a:xfrm>
          <a:off x="0" y="2624328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1350246"/>
                <a:satOff val="-23747"/>
                <a:lumOff val="941"/>
                <a:alphaOff val="0"/>
                <a:shade val="74000"/>
                <a:satMod val="130000"/>
                <a:lumMod val="90000"/>
              </a:schemeClr>
              <a:schemeClr val="accent2">
                <a:hueOff val="1350246"/>
                <a:satOff val="-23747"/>
                <a:lumOff val="941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1350246"/>
              <a:satOff val="-23747"/>
              <a:lumOff val="941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1632A4-1888-4AE2-AC30-444B95E68E79}">
      <dsp:nvSpPr>
        <dsp:cNvPr id="0" name=""/>
        <dsp:cNvSpPr/>
      </dsp:nvSpPr>
      <dsp:spPr>
        <a:xfrm>
          <a:off x="0" y="2624328"/>
          <a:ext cx="5914209" cy="873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Modeling</a:t>
          </a:r>
        </a:p>
      </dsp:txBody>
      <dsp:txXfrm>
        <a:off x="0" y="2624328"/>
        <a:ext cx="5914209" cy="873921"/>
      </dsp:txXfrm>
    </dsp:sp>
    <dsp:sp modelId="{391FCCEC-DBDA-462E-B69B-359FA57D7A08}">
      <dsp:nvSpPr>
        <dsp:cNvPr id="0" name=""/>
        <dsp:cNvSpPr/>
      </dsp:nvSpPr>
      <dsp:spPr>
        <a:xfrm>
          <a:off x="0" y="3498250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1800328"/>
                <a:satOff val="-31662"/>
                <a:lumOff val="1255"/>
                <a:alphaOff val="0"/>
                <a:shade val="74000"/>
                <a:satMod val="130000"/>
                <a:lumMod val="90000"/>
              </a:schemeClr>
              <a:schemeClr val="accent2">
                <a:hueOff val="1800328"/>
                <a:satOff val="-31662"/>
                <a:lumOff val="125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1800328"/>
              <a:satOff val="-31662"/>
              <a:lumOff val="1255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C6A665-B927-4E19-ABC7-5DEAA5634F5C}">
      <dsp:nvSpPr>
        <dsp:cNvPr id="0" name=""/>
        <dsp:cNvSpPr/>
      </dsp:nvSpPr>
      <dsp:spPr>
        <a:xfrm>
          <a:off x="0" y="3498250"/>
          <a:ext cx="5914209" cy="873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Model Evaluation</a:t>
          </a:r>
        </a:p>
      </dsp:txBody>
      <dsp:txXfrm>
        <a:off x="0" y="3498250"/>
        <a:ext cx="5914209" cy="873921"/>
      </dsp:txXfrm>
    </dsp:sp>
    <dsp:sp modelId="{E5B9210A-4003-449D-BCD1-E66EA6D6702B}">
      <dsp:nvSpPr>
        <dsp:cNvPr id="0" name=""/>
        <dsp:cNvSpPr/>
      </dsp:nvSpPr>
      <dsp:spPr>
        <a:xfrm>
          <a:off x="0" y="4372172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2250410"/>
                <a:satOff val="-39578"/>
                <a:lumOff val="1569"/>
                <a:alphaOff val="0"/>
                <a:shade val="74000"/>
                <a:satMod val="130000"/>
                <a:lumMod val="90000"/>
              </a:schemeClr>
              <a:schemeClr val="accent2">
                <a:hueOff val="2250410"/>
                <a:satOff val="-39578"/>
                <a:lumOff val="1569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2250410"/>
              <a:satOff val="-39578"/>
              <a:lumOff val="1569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B78E2B-1358-4229-8F30-01C7F12A3AA2}">
      <dsp:nvSpPr>
        <dsp:cNvPr id="0" name=""/>
        <dsp:cNvSpPr/>
      </dsp:nvSpPr>
      <dsp:spPr>
        <a:xfrm>
          <a:off x="0" y="4372172"/>
          <a:ext cx="5914209" cy="873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Presentation Preparation</a:t>
          </a:r>
        </a:p>
      </dsp:txBody>
      <dsp:txXfrm>
        <a:off x="0" y="4372172"/>
        <a:ext cx="5914209" cy="873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45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1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70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49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57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5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7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92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9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4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167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17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4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512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828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04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46E70AC-A42C-4966-99E7-F712DE12B7D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4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CB68-CB7D-5154-21FE-3A2AE7AC70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DCAB6-9C39-C6EC-4A33-2DAEF73E8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Christopher Douglas</a:t>
            </a:r>
          </a:p>
        </p:txBody>
      </p:sp>
    </p:spTree>
    <p:extLst>
      <p:ext uri="{BB962C8B-B14F-4D97-AF65-F5344CB8AC3E}">
        <p14:creationId xmlns:p14="http://schemas.microsoft.com/office/powerpoint/2010/main" val="379775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B62FC-77A7-0F80-8930-D3910D12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Research Question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762C26-03FC-D9E2-3E33-9E884AAA5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155935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215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3887B-FB0D-ED23-7B43-91AD8606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Dataset Overview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5D2CE3-FDCD-5F02-4FC7-464746425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074388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711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E2782-9117-BC0C-E87A-0114E3D3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262626"/>
                </a:solidFill>
              </a:rPr>
              <a:t>Exploratory Data Analysis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7AA23D-478F-B123-3C68-DFAE4DB4E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939649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119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57D22-C8E7-F7B6-E725-59334236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Learning Models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77DFDB-8975-0FC2-3E8B-753EA2F2D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445616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174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B1B5-E928-DE55-082B-0E326CD0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Roadmap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5C0E3F4-DC3D-D2FB-03D2-4EC7CD055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805535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615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15DF-DC39-1BC0-517A-127B68D6D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9FFA-E76F-6867-D6B9-4774CA6F7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study hours and higher past scores will predict better exam results.</a:t>
            </a:r>
          </a:p>
          <a:p>
            <a:r>
              <a:rPr lang="en-US" dirty="0"/>
              <a:t>Students with high motivation, internet access, and supportive environments, etc. are more likely to score above average.</a:t>
            </a:r>
          </a:p>
        </p:txBody>
      </p:sp>
    </p:spTree>
    <p:extLst>
      <p:ext uri="{BB962C8B-B14F-4D97-AF65-F5344CB8AC3E}">
        <p14:creationId xmlns:p14="http://schemas.microsoft.com/office/powerpoint/2010/main" val="1697584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</TotalTime>
  <Words>215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Final Project Proposal</vt:lpstr>
      <vt:lpstr>Research Question</vt:lpstr>
      <vt:lpstr>Dataset Overview</vt:lpstr>
      <vt:lpstr>Exploratory Data Analysis</vt:lpstr>
      <vt:lpstr>Learning Models</vt:lpstr>
      <vt:lpstr>Roadmap</vt:lpstr>
      <vt:lpstr>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B. Douglas</dc:creator>
  <cp:lastModifiedBy>Christopher B. Douglas</cp:lastModifiedBy>
  <cp:revision>1</cp:revision>
  <dcterms:created xsi:type="dcterms:W3CDTF">2025-04-08T07:41:21Z</dcterms:created>
  <dcterms:modified xsi:type="dcterms:W3CDTF">2025-04-08T08:50:30Z</dcterms:modified>
</cp:coreProperties>
</file>