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4" r:id="rId6"/>
    <p:sldId id="263" r:id="rId7"/>
    <p:sldId id="266" r:id="rId8"/>
    <p:sldId id="267" r:id="rId9"/>
    <p:sldId id="268" r:id="rId10"/>
    <p:sldId id="265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2" y="1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A5CCF7-76F6-402D-85F8-DD0D77F684A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352ECA-DE43-4149-8019-84F18A174F9A}">
      <dgm:prSet/>
      <dgm:spPr/>
      <dgm:t>
        <a:bodyPr/>
        <a:lstStyle/>
        <a:p>
          <a:r>
            <a:rPr lang="en-US" dirty="0"/>
            <a:t>Regression Question: How do </a:t>
          </a:r>
          <a:r>
            <a:rPr lang="en-US" dirty="0" err="1"/>
            <a:t>Hours_Studied</a:t>
          </a:r>
          <a:r>
            <a:rPr lang="en-US" dirty="0"/>
            <a:t>, and </a:t>
          </a:r>
          <a:r>
            <a:rPr lang="en-US" dirty="0" err="1"/>
            <a:t>Sleep_Hours</a:t>
          </a:r>
          <a:r>
            <a:rPr lang="en-US" dirty="0"/>
            <a:t> predict a student's exam score?</a:t>
          </a:r>
        </a:p>
      </dgm:t>
    </dgm:pt>
    <dgm:pt modelId="{FDB2D18E-19BF-4379-AAD0-653B9C46C153}" type="parTrans" cxnId="{ECDFFD5A-D8B0-4DD7-A7B6-81EB2D0AF850}">
      <dgm:prSet/>
      <dgm:spPr/>
      <dgm:t>
        <a:bodyPr/>
        <a:lstStyle/>
        <a:p>
          <a:endParaRPr lang="en-US"/>
        </a:p>
      </dgm:t>
    </dgm:pt>
    <dgm:pt modelId="{51D0293B-3D66-4435-8587-E8C83C0E245E}" type="sibTrans" cxnId="{ECDFFD5A-D8B0-4DD7-A7B6-81EB2D0AF850}">
      <dgm:prSet/>
      <dgm:spPr/>
      <dgm:t>
        <a:bodyPr/>
        <a:lstStyle/>
        <a:p>
          <a:endParaRPr lang="en-US"/>
        </a:p>
      </dgm:t>
    </dgm:pt>
    <dgm:pt modelId="{182F6990-B1AF-43DD-8AF0-73951990768F}">
      <dgm:prSet/>
      <dgm:spPr/>
      <dgm:t>
        <a:bodyPr/>
        <a:lstStyle/>
        <a:p>
          <a:r>
            <a:rPr lang="en-US" dirty="0"/>
            <a:t>Classification Question: Can we classify whether a student scores above average based on study habits and socioeconomic factors?</a:t>
          </a:r>
        </a:p>
      </dgm:t>
    </dgm:pt>
    <dgm:pt modelId="{FC3AB916-E483-476A-952F-AA4256E73B17}" type="parTrans" cxnId="{455E69F4-8EB7-49C1-A07A-2C10FB38868A}">
      <dgm:prSet/>
      <dgm:spPr/>
      <dgm:t>
        <a:bodyPr/>
        <a:lstStyle/>
        <a:p>
          <a:endParaRPr lang="en-US"/>
        </a:p>
      </dgm:t>
    </dgm:pt>
    <dgm:pt modelId="{41441CB0-0A18-456C-99FC-F34824AD6ACF}" type="sibTrans" cxnId="{455E69F4-8EB7-49C1-A07A-2C10FB38868A}">
      <dgm:prSet/>
      <dgm:spPr/>
      <dgm:t>
        <a:bodyPr/>
        <a:lstStyle/>
        <a:p>
          <a:endParaRPr lang="en-US"/>
        </a:p>
      </dgm:t>
    </dgm:pt>
    <dgm:pt modelId="{5649683E-173B-432C-86AF-B68DB6F08B59}" type="pres">
      <dgm:prSet presAssocID="{CEA5CCF7-76F6-402D-85F8-DD0D77F684AC}" presName="root" presStyleCnt="0">
        <dgm:presLayoutVars>
          <dgm:dir/>
          <dgm:resizeHandles val="exact"/>
        </dgm:presLayoutVars>
      </dgm:prSet>
      <dgm:spPr/>
    </dgm:pt>
    <dgm:pt modelId="{8EFB62E5-72AB-4E81-90F6-B049AD8AF6B4}" type="pres">
      <dgm:prSet presAssocID="{A6352ECA-DE43-4149-8019-84F18A174F9A}" presName="compNode" presStyleCnt="0"/>
      <dgm:spPr/>
    </dgm:pt>
    <dgm:pt modelId="{CE710A7C-362B-41BC-AF0D-3665DC275881}" type="pres">
      <dgm:prSet presAssocID="{A6352ECA-DE43-4149-8019-84F18A174F9A}" presName="bgRect" presStyleLbl="bgShp" presStyleIdx="0" presStyleCnt="2"/>
      <dgm:spPr/>
    </dgm:pt>
    <dgm:pt modelId="{2E11223E-474A-40A3-82DC-43F8367FA987}" type="pres">
      <dgm:prSet presAssocID="{A6352ECA-DE43-4149-8019-84F18A174F9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6C6A154-5D2E-4669-BFD1-BE4FA96A346D}" type="pres">
      <dgm:prSet presAssocID="{A6352ECA-DE43-4149-8019-84F18A174F9A}" presName="spaceRect" presStyleCnt="0"/>
      <dgm:spPr/>
    </dgm:pt>
    <dgm:pt modelId="{3C7A2D0B-C8D5-42E6-ACDF-CD495106511C}" type="pres">
      <dgm:prSet presAssocID="{A6352ECA-DE43-4149-8019-84F18A174F9A}" presName="parTx" presStyleLbl="revTx" presStyleIdx="0" presStyleCnt="2">
        <dgm:presLayoutVars>
          <dgm:chMax val="0"/>
          <dgm:chPref val="0"/>
        </dgm:presLayoutVars>
      </dgm:prSet>
      <dgm:spPr/>
    </dgm:pt>
    <dgm:pt modelId="{841198AE-790A-4645-B309-8E272B1DAED2}" type="pres">
      <dgm:prSet presAssocID="{51D0293B-3D66-4435-8587-E8C83C0E245E}" presName="sibTrans" presStyleCnt="0"/>
      <dgm:spPr/>
    </dgm:pt>
    <dgm:pt modelId="{BE3043AE-54FD-4427-9346-862B31AEFEAB}" type="pres">
      <dgm:prSet presAssocID="{182F6990-B1AF-43DD-8AF0-73951990768F}" presName="compNode" presStyleCnt="0"/>
      <dgm:spPr/>
    </dgm:pt>
    <dgm:pt modelId="{0D6F687C-71DC-486C-ACDE-522CEF8D0BBF}" type="pres">
      <dgm:prSet presAssocID="{182F6990-B1AF-43DD-8AF0-73951990768F}" presName="bgRect" presStyleLbl="bgShp" presStyleIdx="1" presStyleCnt="2"/>
      <dgm:spPr/>
    </dgm:pt>
    <dgm:pt modelId="{9480E1E5-D5B5-4B94-849C-1A9C29E35B0A}" type="pres">
      <dgm:prSet presAssocID="{182F6990-B1AF-43DD-8AF0-73951990768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12D2787-6B2A-4422-AF99-4643AA5C378D}" type="pres">
      <dgm:prSet presAssocID="{182F6990-B1AF-43DD-8AF0-73951990768F}" presName="spaceRect" presStyleCnt="0"/>
      <dgm:spPr/>
    </dgm:pt>
    <dgm:pt modelId="{4DBDCBB8-E8CB-48E6-9BA6-6357EAE2D5FE}" type="pres">
      <dgm:prSet presAssocID="{182F6990-B1AF-43DD-8AF0-73951990768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C5BA009-08BD-4DB3-A725-AA4383591421}" type="presOf" srcId="{A6352ECA-DE43-4149-8019-84F18A174F9A}" destId="{3C7A2D0B-C8D5-42E6-ACDF-CD495106511C}" srcOrd="0" destOrd="0" presId="urn:microsoft.com/office/officeart/2018/2/layout/IconVerticalSolidList"/>
    <dgm:cxn modelId="{795F7837-FEC4-4EA2-BBA5-8F0947E39C25}" type="presOf" srcId="{182F6990-B1AF-43DD-8AF0-73951990768F}" destId="{4DBDCBB8-E8CB-48E6-9BA6-6357EAE2D5FE}" srcOrd="0" destOrd="0" presId="urn:microsoft.com/office/officeart/2018/2/layout/IconVerticalSolidList"/>
    <dgm:cxn modelId="{8772B841-44E9-4EFC-BFC0-F39C498781CD}" type="presOf" srcId="{CEA5CCF7-76F6-402D-85F8-DD0D77F684AC}" destId="{5649683E-173B-432C-86AF-B68DB6F08B59}" srcOrd="0" destOrd="0" presId="urn:microsoft.com/office/officeart/2018/2/layout/IconVerticalSolidList"/>
    <dgm:cxn modelId="{ECDFFD5A-D8B0-4DD7-A7B6-81EB2D0AF850}" srcId="{CEA5CCF7-76F6-402D-85F8-DD0D77F684AC}" destId="{A6352ECA-DE43-4149-8019-84F18A174F9A}" srcOrd="0" destOrd="0" parTransId="{FDB2D18E-19BF-4379-AAD0-653B9C46C153}" sibTransId="{51D0293B-3D66-4435-8587-E8C83C0E245E}"/>
    <dgm:cxn modelId="{455E69F4-8EB7-49C1-A07A-2C10FB38868A}" srcId="{CEA5CCF7-76F6-402D-85F8-DD0D77F684AC}" destId="{182F6990-B1AF-43DD-8AF0-73951990768F}" srcOrd="1" destOrd="0" parTransId="{FC3AB916-E483-476A-952F-AA4256E73B17}" sibTransId="{41441CB0-0A18-456C-99FC-F34824AD6ACF}"/>
    <dgm:cxn modelId="{4975B219-7CBB-4578-9427-8EA6582964DF}" type="presParOf" srcId="{5649683E-173B-432C-86AF-B68DB6F08B59}" destId="{8EFB62E5-72AB-4E81-90F6-B049AD8AF6B4}" srcOrd="0" destOrd="0" presId="urn:microsoft.com/office/officeart/2018/2/layout/IconVerticalSolidList"/>
    <dgm:cxn modelId="{749CDEF8-A700-48A7-A053-049FF42735A8}" type="presParOf" srcId="{8EFB62E5-72AB-4E81-90F6-B049AD8AF6B4}" destId="{CE710A7C-362B-41BC-AF0D-3665DC275881}" srcOrd="0" destOrd="0" presId="urn:microsoft.com/office/officeart/2018/2/layout/IconVerticalSolidList"/>
    <dgm:cxn modelId="{E57E7B5F-0ADD-421F-B969-E09DA20F96B5}" type="presParOf" srcId="{8EFB62E5-72AB-4E81-90F6-B049AD8AF6B4}" destId="{2E11223E-474A-40A3-82DC-43F8367FA987}" srcOrd="1" destOrd="0" presId="urn:microsoft.com/office/officeart/2018/2/layout/IconVerticalSolidList"/>
    <dgm:cxn modelId="{0DB7FD33-4584-47AC-BB21-4CE988339522}" type="presParOf" srcId="{8EFB62E5-72AB-4E81-90F6-B049AD8AF6B4}" destId="{36C6A154-5D2E-4669-BFD1-BE4FA96A346D}" srcOrd="2" destOrd="0" presId="urn:microsoft.com/office/officeart/2018/2/layout/IconVerticalSolidList"/>
    <dgm:cxn modelId="{5ACB04FB-064C-45A7-B436-DC72D99530CE}" type="presParOf" srcId="{8EFB62E5-72AB-4E81-90F6-B049AD8AF6B4}" destId="{3C7A2D0B-C8D5-42E6-ACDF-CD495106511C}" srcOrd="3" destOrd="0" presId="urn:microsoft.com/office/officeart/2018/2/layout/IconVerticalSolidList"/>
    <dgm:cxn modelId="{83312B19-F28F-4502-B1A2-FF1455294257}" type="presParOf" srcId="{5649683E-173B-432C-86AF-B68DB6F08B59}" destId="{841198AE-790A-4645-B309-8E272B1DAED2}" srcOrd="1" destOrd="0" presId="urn:microsoft.com/office/officeart/2018/2/layout/IconVerticalSolidList"/>
    <dgm:cxn modelId="{02AD69CF-F382-4C03-82EE-F96C742C8097}" type="presParOf" srcId="{5649683E-173B-432C-86AF-B68DB6F08B59}" destId="{BE3043AE-54FD-4427-9346-862B31AEFEAB}" srcOrd="2" destOrd="0" presId="urn:microsoft.com/office/officeart/2018/2/layout/IconVerticalSolidList"/>
    <dgm:cxn modelId="{0A6F939A-9E70-4882-877A-018C00625F5C}" type="presParOf" srcId="{BE3043AE-54FD-4427-9346-862B31AEFEAB}" destId="{0D6F687C-71DC-486C-ACDE-522CEF8D0BBF}" srcOrd="0" destOrd="0" presId="urn:microsoft.com/office/officeart/2018/2/layout/IconVerticalSolidList"/>
    <dgm:cxn modelId="{211ADFC6-F95D-4C88-8D3C-9EAB2141FE9D}" type="presParOf" srcId="{BE3043AE-54FD-4427-9346-862B31AEFEAB}" destId="{9480E1E5-D5B5-4B94-849C-1A9C29E35B0A}" srcOrd="1" destOrd="0" presId="urn:microsoft.com/office/officeart/2018/2/layout/IconVerticalSolidList"/>
    <dgm:cxn modelId="{D016C45F-72FF-431F-8808-7F5CB8D4CD01}" type="presParOf" srcId="{BE3043AE-54FD-4427-9346-862B31AEFEAB}" destId="{712D2787-6B2A-4422-AF99-4643AA5C378D}" srcOrd="2" destOrd="0" presId="urn:microsoft.com/office/officeart/2018/2/layout/IconVerticalSolidList"/>
    <dgm:cxn modelId="{DCD4D58C-039A-4C97-BD90-1511F0509B3B}" type="presParOf" srcId="{BE3043AE-54FD-4427-9346-862B31AEFEAB}" destId="{4DBDCBB8-E8CB-48E6-9BA6-6357EAE2D5F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D38660-50E4-4F15-A0AC-4A554AB710B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A7046F2-4394-46FC-B33D-F4940625B75D}">
      <dgm:prSet/>
      <dgm:spPr/>
      <dgm:t>
        <a:bodyPr/>
        <a:lstStyle/>
        <a:p>
          <a:r>
            <a:rPr lang="en-US"/>
            <a:t>6,607 student records</a:t>
          </a:r>
        </a:p>
      </dgm:t>
    </dgm:pt>
    <dgm:pt modelId="{7C08EAF4-4A58-495B-9463-5E18D95281A1}" type="parTrans" cxnId="{6BA1A269-3793-4D56-BC14-92162556269A}">
      <dgm:prSet/>
      <dgm:spPr/>
      <dgm:t>
        <a:bodyPr/>
        <a:lstStyle/>
        <a:p>
          <a:endParaRPr lang="en-US"/>
        </a:p>
      </dgm:t>
    </dgm:pt>
    <dgm:pt modelId="{66A52A38-BF32-4725-B4B8-A089CF304B14}" type="sibTrans" cxnId="{6BA1A269-3793-4D56-BC14-92162556269A}">
      <dgm:prSet/>
      <dgm:spPr/>
      <dgm:t>
        <a:bodyPr/>
        <a:lstStyle/>
        <a:p>
          <a:endParaRPr lang="en-US"/>
        </a:p>
      </dgm:t>
    </dgm:pt>
    <dgm:pt modelId="{2D380183-4778-475B-A660-D12B79B3FC13}">
      <dgm:prSet/>
      <dgm:spPr/>
      <dgm:t>
        <a:bodyPr/>
        <a:lstStyle/>
        <a:p>
          <a:r>
            <a:rPr lang="en-US" b="1"/>
            <a:t>Numerical</a:t>
          </a:r>
          <a:r>
            <a:rPr lang="en-US"/>
            <a:t>: Hours_Studied, Sleep_Hours, Attendance, Tutoring_Sessions</a:t>
          </a:r>
        </a:p>
      </dgm:t>
    </dgm:pt>
    <dgm:pt modelId="{9BFE6DDF-30F7-425E-A386-7C99C91B3D8B}" type="parTrans" cxnId="{13FA8143-263D-4C1D-AE31-1F189C961156}">
      <dgm:prSet/>
      <dgm:spPr/>
      <dgm:t>
        <a:bodyPr/>
        <a:lstStyle/>
        <a:p>
          <a:endParaRPr lang="en-US"/>
        </a:p>
      </dgm:t>
    </dgm:pt>
    <dgm:pt modelId="{C63CC165-1AD2-4850-B295-DA875AD43808}" type="sibTrans" cxnId="{13FA8143-263D-4C1D-AE31-1F189C961156}">
      <dgm:prSet/>
      <dgm:spPr/>
      <dgm:t>
        <a:bodyPr/>
        <a:lstStyle/>
        <a:p>
          <a:endParaRPr lang="en-US"/>
        </a:p>
      </dgm:t>
    </dgm:pt>
    <dgm:pt modelId="{D6E7735C-EEA6-4F84-9AEB-C85156003B58}">
      <dgm:prSet/>
      <dgm:spPr/>
      <dgm:t>
        <a:bodyPr/>
        <a:lstStyle/>
        <a:p>
          <a:r>
            <a:rPr lang="en-US"/>
            <a:t>Categorical: Gender, Parental_Education_Level, Motivation_Level, etc…</a:t>
          </a:r>
        </a:p>
      </dgm:t>
    </dgm:pt>
    <dgm:pt modelId="{4B6A031F-76C7-4490-8DE3-35D136D3A2AF}" type="parTrans" cxnId="{E3A2AC41-522C-4654-8C4F-FA3AA7ADA6E0}">
      <dgm:prSet/>
      <dgm:spPr/>
      <dgm:t>
        <a:bodyPr/>
        <a:lstStyle/>
        <a:p>
          <a:endParaRPr lang="en-US"/>
        </a:p>
      </dgm:t>
    </dgm:pt>
    <dgm:pt modelId="{3D78CBD1-28A5-4C41-B1C4-562271C9A1C0}" type="sibTrans" cxnId="{E3A2AC41-522C-4654-8C4F-FA3AA7ADA6E0}">
      <dgm:prSet/>
      <dgm:spPr/>
      <dgm:t>
        <a:bodyPr/>
        <a:lstStyle/>
        <a:p>
          <a:endParaRPr lang="en-US"/>
        </a:p>
      </dgm:t>
    </dgm:pt>
    <dgm:pt modelId="{C697031D-1C8C-4ADF-BB58-7C7B4ADB4B00}">
      <dgm:prSet/>
      <dgm:spPr/>
      <dgm:t>
        <a:bodyPr/>
        <a:lstStyle/>
        <a:p>
          <a:r>
            <a:rPr lang="en-US"/>
            <a:t>Key Attributes</a:t>
          </a:r>
        </a:p>
      </dgm:t>
    </dgm:pt>
    <dgm:pt modelId="{119BDD9C-47C5-4687-B7A9-6639A4ABAF33}" type="parTrans" cxnId="{D146113C-6393-4557-8C1A-D602EDFEB2E2}">
      <dgm:prSet/>
      <dgm:spPr/>
      <dgm:t>
        <a:bodyPr/>
        <a:lstStyle/>
        <a:p>
          <a:endParaRPr lang="en-US"/>
        </a:p>
      </dgm:t>
    </dgm:pt>
    <dgm:pt modelId="{2F704A7E-4B48-4FAC-8806-4B0B75882F9A}" type="sibTrans" cxnId="{D146113C-6393-4557-8C1A-D602EDFEB2E2}">
      <dgm:prSet/>
      <dgm:spPr/>
      <dgm:t>
        <a:bodyPr/>
        <a:lstStyle/>
        <a:p>
          <a:endParaRPr lang="en-US"/>
        </a:p>
      </dgm:t>
    </dgm:pt>
    <dgm:pt modelId="{B7C486AD-A03D-42F0-A30E-B9E89CD69B9B}">
      <dgm:prSet/>
      <dgm:spPr/>
      <dgm:t>
        <a:bodyPr/>
        <a:lstStyle/>
        <a:p>
          <a:r>
            <a:rPr lang="en-US"/>
            <a:t>Exam_Score</a:t>
          </a:r>
        </a:p>
      </dgm:t>
    </dgm:pt>
    <dgm:pt modelId="{80E6D198-4422-40F5-B809-5346B1530454}" type="sibTrans" cxnId="{AEC93A94-A156-4571-8D83-D62C70BA44D5}">
      <dgm:prSet/>
      <dgm:spPr/>
      <dgm:t>
        <a:bodyPr/>
        <a:lstStyle/>
        <a:p>
          <a:endParaRPr lang="en-US"/>
        </a:p>
      </dgm:t>
    </dgm:pt>
    <dgm:pt modelId="{882A6CA8-42D0-403E-8992-CF6C3014F0DD}" type="parTrans" cxnId="{AEC93A94-A156-4571-8D83-D62C70BA44D5}">
      <dgm:prSet/>
      <dgm:spPr/>
      <dgm:t>
        <a:bodyPr/>
        <a:lstStyle/>
        <a:p>
          <a:endParaRPr lang="en-US"/>
        </a:p>
      </dgm:t>
    </dgm:pt>
    <dgm:pt modelId="{B0A4A979-7750-4A0C-85A3-3B995D11A66C}">
      <dgm:prSet/>
      <dgm:spPr/>
      <dgm:t>
        <a:bodyPr/>
        <a:lstStyle/>
        <a:p>
          <a:r>
            <a:rPr lang="en-US"/>
            <a:t>Hours_Studied</a:t>
          </a:r>
        </a:p>
      </dgm:t>
    </dgm:pt>
    <dgm:pt modelId="{3BA1869D-5D39-4BD1-BFC0-5AE86E81A35A}" type="sibTrans" cxnId="{914B105E-5FA4-4D3A-9B24-71131F844670}">
      <dgm:prSet/>
      <dgm:spPr/>
      <dgm:t>
        <a:bodyPr/>
        <a:lstStyle/>
        <a:p>
          <a:endParaRPr lang="en-US"/>
        </a:p>
      </dgm:t>
    </dgm:pt>
    <dgm:pt modelId="{8559C110-822D-4DAE-88C7-D43A1D70BE01}" type="parTrans" cxnId="{914B105E-5FA4-4D3A-9B24-71131F844670}">
      <dgm:prSet/>
      <dgm:spPr/>
      <dgm:t>
        <a:bodyPr/>
        <a:lstStyle/>
        <a:p>
          <a:endParaRPr lang="en-US"/>
        </a:p>
      </dgm:t>
    </dgm:pt>
    <dgm:pt modelId="{6347F880-93DB-465D-AF8B-0F9BE9C18FA6}">
      <dgm:prSet/>
      <dgm:spPr/>
      <dgm:t>
        <a:bodyPr/>
        <a:lstStyle/>
        <a:p>
          <a:r>
            <a:rPr lang="en-US" dirty="0" err="1"/>
            <a:t>Above_Average_Score</a:t>
          </a:r>
          <a:endParaRPr lang="en-US" dirty="0"/>
        </a:p>
      </dgm:t>
    </dgm:pt>
    <dgm:pt modelId="{C7D7AB89-4DC1-45D5-9BC9-C2851A7ED7CB}" type="sibTrans" cxnId="{F4538E25-C919-4387-81A0-233A04A1C649}">
      <dgm:prSet/>
      <dgm:spPr/>
      <dgm:t>
        <a:bodyPr/>
        <a:lstStyle/>
        <a:p>
          <a:endParaRPr lang="en-US"/>
        </a:p>
      </dgm:t>
    </dgm:pt>
    <dgm:pt modelId="{0D22AF0B-8D17-43FB-A5E4-CE279A5E755E}" type="parTrans" cxnId="{F4538E25-C919-4387-81A0-233A04A1C649}">
      <dgm:prSet/>
      <dgm:spPr/>
      <dgm:t>
        <a:bodyPr/>
        <a:lstStyle/>
        <a:p>
          <a:endParaRPr lang="en-US"/>
        </a:p>
      </dgm:t>
    </dgm:pt>
    <dgm:pt modelId="{0EB2B25B-1C16-43A7-9439-39A592C59C38}">
      <dgm:prSet/>
      <dgm:spPr/>
      <dgm:t>
        <a:bodyPr/>
        <a:lstStyle/>
        <a:p>
          <a:r>
            <a:rPr lang="en-US" dirty="0"/>
            <a:t> Attendance</a:t>
          </a:r>
        </a:p>
      </dgm:t>
    </dgm:pt>
    <dgm:pt modelId="{7FF2E93D-6E98-4B6F-9C21-ED820191A666}" type="parTrans" cxnId="{9C8CDB0A-8BE4-4034-9C52-D693AD995CA7}">
      <dgm:prSet/>
      <dgm:spPr/>
    </dgm:pt>
    <dgm:pt modelId="{E5549E34-8AA6-4F63-8D5B-CD95C2C99597}" type="sibTrans" cxnId="{9C8CDB0A-8BE4-4034-9C52-D693AD995CA7}">
      <dgm:prSet/>
      <dgm:spPr/>
    </dgm:pt>
    <dgm:pt modelId="{4ECDBFE6-A935-4504-B34D-243AC91856C7}">
      <dgm:prSet/>
      <dgm:spPr/>
      <dgm:t>
        <a:bodyPr/>
        <a:lstStyle/>
        <a:p>
          <a:r>
            <a:rPr lang="en-US" dirty="0"/>
            <a:t>Mean Exam Score</a:t>
          </a:r>
        </a:p>
      </dgm:t>
    </dgm:pt>
    <dgm:pt modelId="{A812B3FC-FC2D-493F-B86E-FDD129D9C486}" type="parTrans" cxnId="{7929297C-15E5-4BB0-8E5C-616F70230851}">
      <dgm:prSet/>
      <dgm:spPr/>
      <dgm:t>
        <a:bodyPr/>
        <a:lstStyle/>
        <a:p>
          <a:endParaRPr lang="en-US"/>
        </a:p>
      </dgm:t>
    </dgm:pt>
    <dgm:pt modelId="{785D63F3-422A-45CF-9DA5-CB03BBB5F5AA}" type="sibTrans" cxnId="{7929297C-15E5-4BB0-8E5C-616F70230851}">
      <dgm:prSet/>
      <dgm:spPr/>
      <dgm:t>
        <a:bodyPr/>
        <a:lstStyle/>
        <a:p>
          <a:endParaRPr lang="en-US"/>
        </a:p>
      </dgm:t>
    </dgm:pt>
    <dgm:pt modelId="{7DC33211-4EF1-4587-8F8D-4BDEEDF6FF3C}" type="pres">
      <dgm:prSet presAssocID="{B4D38660-50E4-4F15-A0AC-4A554AB710BB}" presName="linear" presStyleCnt="0">
        <dgm:presLayoutVars>
          <dgm:animLvl val="lvl"/>
          <dgm:resizeHandles val="exact"/>
        </dgm:presLayoutVars>
      </dgm:prSet>
      <dgm:spPr/>
    </dgm:pt>
    <dgm:pt modelId="{1468BE06-505D-4866-89EA-6FB66BD2CD6E}" type="pres">
      <dgm:prSet presAssocID="{DA7046F2-4394-46FC-B33D-F4940625B7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28F08A6-BC31-4D63-9949-EE52E0EF9CD4}" type="pres">
      <dgm:prSet presAssocID="{66A52A38-BF32-4725-B4B8-A089CF304B14}" presName="spacer" presStyleCnt="0"/>
      <dgm:spPr/>
    </dgm:pt>
    <dgm:pt modelId="{D0A175C8-F1F3-4390-981F-6A68B469302A}" type="pres">
      <dgm:prSet presAssocID="{2D380183-4778-475B-A660-D12B79B3FC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4099C6-868E-480D-8719-D10733E93B86}" type="pres">
      <dgm:prSet presAssocID="{C63CC165-1AD2-4850-B295-DA875AD43808}" presName="spacer" presStyleCnt="0"/>
      <dgm:spPr/>
    </dgm:pt>
    <dgm:pt modelId="{179F9358-CDCD-418D-A711-E1FA11E5263D}" type="pres">
      <dgm:prSet presAssocID="{D6E7735C-EEA6-4F84-9AEB-C85156003B5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CBC5433-7CAE-44D1-8BE6-585C7C466D68}" type="pres">
      <dgm:prSet presAssocID="{3D78CBD1-28A5-4C41-B1C4-562271C9A1C0}" presName="spacer" presStyleCnt="0"/>
      <dgm:spPr/>
    </dgm:pt>
    <dgm:pt modelId="{1D195DC6-C0AB-4D52-8B67-E8E29D9D548E}" type="pres">
      <dgm:prSet presAssocID="{C697031D-1C8C-4ADF-BB58-7C7B4ADB4B0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2878C46-239B-4ADA-8DC7-7A85D4F77BFB}" type="pres">
      <dgm:prSet presAssocID="{C697031D-1C8C-4ADF-BB58-7C7B4ADB4B0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C8CDB0A-8BE4-4034-9C52-D693AD995CA7}" srcId="{C697031D-1C8C-4ADF-BB58-7C7B4ADB4B00}" destId="{0EB2B25B-1C16-43A7-9439-39A592C59C38}" srcOrd="3" destOrd="0" parTransId="{7FF2E93D-6E98-4B6F-9C21-ED820191A666}" sibTransId="{E5549E34-8AA6-4F63-8D5B-CD95C2C99597}"/>
    <dgm:cxn modelId="{F4538E25-C919-4387-81A0-233A04A1C649}" srcId="{C697031D-1C8C-4ADF-BB58-7C7B4ADB4B00}" destId="{6347F880-93DB-465D-AF8B-0F9BE9C18FA6}" srcOrd="2" destOrd="0" parTransId="{0D22AF0B-8D17-43FB-A5E4-CE279A5E755E}" sibTransId="{C7D7AB89-4DC1-45D5-9BC9-C2851A7ED7CB}"/>
    <dgm:cxn modelId="{D146113C-6393-4557-8C1A-D602EDFEB2E2}" srcId="{B4D38660-50E4-4F15-A0AC-4A554AB710BB}" destId="{C697031D-1C8C-4ADF-BB58-7C7B4ADB4B00}" srcOrd="3" destOrd="0" parTransId="{119BDD9C-47C5-4687-B7A9-6639A4ABAF33}" sibTransId="{2F704A7E-4B48-4FAC-8806-4B0B75882F9A}"/>
    <dgm:cxn modelId="{914B105E-5FA4-4D3A-9B24-71131F844670}" srcId="{C697031D-1C8C-4ADF-BB58-7C7B4ADB4B00}" destId="{B0A4A979-7750-4A0C-85A3-3B995D11A66C}" srcOrd="1" destOrd="0" parTransId="{8559C110-822D-4DAE-88C7-D43A1D70BE01}" sibTransId="{3BA1869D-5D39-4BD1-BFC0-5AE86E81A35A}"/>
    <dgm:cxn modelId="{E3A2AC41-522C-4654-8C4F-FA3AA7ADA6E0}" srcId="{B4D38660-50E4-4F15-A0AC-4A554AB710BB}" destId="{D6E7735C-EEA6-4F84-9AEB-C85156003B58}" srcOrd="2" destOrd="0" parTransId="{4B6A031F-76C7-4490-8DE3-35D136D3A2AF}" sibTransId="{3D78CBD1-28A5-4C41-B1C4-562271C9A1C0}"/>
    <dgm:cxn modelId="{13FA8143-263D-4C1D-AE31-1F189C961156}" srcId="{B4D38660-50E4-4F15-A0AC-4A554AB710BB}" destId="{2D380183-4778-475B-A660-D12B79B3FC13}" srcOrd="1" destOrd="0" parTransId="{9BFE6DDF-30F7-425E-A386-7C99C91B3D8B}" sibTransId="{C63CC165-1AD2-4850-B295-DA875AD43808}"/>
    <dgm:cxn modelId="{6BA1A269-3793-4D56-BC14-92162556269A}" srcId="{B4D38660-50E4-4F15-A0AC-4A554AB710BB}" destId="{DA7046F2-4394-46FC-B33D-F4940625B75D}" srcOrd="0" destOrd="0" parTransId="{7C08EAF4-4A58-495B-9463-5E18D95281A1}" sibTransId="{66A52A38-BF32-4725-B4B8-A089CF304B14}"/>
    <dgm:cxn modelId="{7929297C-15E5-4BB0-8E5C-616F70230851}" srcId="{C697031D-1C8C-4ADF-BB58-7C7B4ADB4B00}" destId="{4ECDBFE6-A935-4504-B34D-243AC91856C7}" srcOrd="4" destOrd="0" parTransId="{A812B3FC-FC2D-493F-B86E-FDD129D9C486}" sibTransId="{785D63F3-422A-45CF-9DA5-CB03BBB5F5AA}"/>
    <dgm:cxn modelId="{A972E97C-4275-4BA0-9A62-3DABC22F086C}" type="presOf" srcId="{B7C486AD-A03D-42F0-A30E-B9E89CD69B9B}" destId="{D2878C46-239B-4ADA-8DC7-7A85D4F77BFB}" srcOrd="0" destOrd="0" presId="urn:microsoft.com/office/officeart/2005/8/layout/vList2"/>
    <dgm:cxn modelId="{327DFC7F-7F21-4F53-9757-8C4636FCAFD6}" type="presOf" srcId="{0EB2B25B-1C16-43A7-9439-39A592C59C38}" destId="{D2878C46-239B-4ADA-8DC7-7A85D4F77BFB}" srcOrd="0" destOrd="3" presId="urn:microsoft.com/office/officeart/2005/8/layout/vList2"/>
    <dgm:cxn modelId="{4BD4A482-A861-4264-94FC-3CA4C03CC04E}" type="presOf" srcId="{B4D38660-50E4-4F15-A0AC-4A554AB710BB}" destId="{7DC33211-4EF1-4587-8F8D-4BDEEDF6FF3C}" srcOrd="0" destOrd="0" presId="urn:microsoft.com/office/officeart/2005/8/layout/vList2"/>
    <dgm:cxn modelId="{D5F84292-EA60-47F8-8CB8-6943C8494E8F}" type="presOf" srcId="{2D380183-4778-475B-A660-D12B79B3FC13}" destId="{D0A175C8-F1F3-4390-981F-6A68B469302A}" srcOrd="0" destOrd="0" presId="urn:microsoft.com/office/officeart/2005/8/layout/vList2"/>
    <dgm:cxn modelId="{09314B93-3811-4ECA-87E2-49E6D88F2CB5}" type="presOf" srcId="{DA7046F2-4394-46FC-B33D-F4940625B75D}" destId="{1468BE06-505D-4866-89EA-6FB66BD2CD6E}" srcOrd="0" destOrd="0" presId="urn:microsoft.com/office/officeart/2005/8/layout/vList2"/>
    <dgm:cxn modelId="{AEC93A94-A156-4571-8D83-D62C70BA44D5}" srcId="{C697031D-1C8C-4ADF-BB58-7C7B4ADB4B00}" destId="{B7C486AD-A03D-42F0-A30E-B9E89CD69B9B}" srcOrd="0" destOrd="0" parTransId="{882A6CA8-42D0-403E-8992-CF6C3014F0DD}" sibTransId="{80E6D198-4422-40F5-B809-5346B1530454}"/>
    <dgm:cxn modelId="{6307999F-23EF-4E4D-BAAA-72FA4020F964}" type="presOf" srcId="{D6E7735C-EEA6-4F84-9AEB-C85156003B58}" destId="{179F9358-CDCD-418D-A711-E1FA11E5263D}" srcOrd="0" destOrd="0" presId="urn:microsoft.com/office/officeart/2005/8/layout/vList2"/>
    <dgm:cxn modelId="{BDF9E0C6-0C18-4BFC-A1EC-DC8E58E9E5E3}" type="presOf" srcId="{4ECDBFE6-A935-4504-B34D-243AC91856C7}" destId="{D2878C46-239B-4ADA-8DC7-7A85D4F77BFB}" srcOrd="0" destOrd="4" presId="urn:microsoft.com/office/officeart/2005/8/layout/vList2"/>
    <dgm:cxn modelId="{00993BD6-6E19-4943-B9E4-30D3EFECC517}" type="presOf" srcId="{C697031D-1C8C-4ADF-BB58-7C7B4ADB4B00}" destId="{1D195DC6-C0AB-4D52-8B67-E8E29D9D548E}" srcOrd="0" destOrd="0" presId="urn:microsoft.com/office/officeart/2005/8/layout/vList2"/>
    <dgm:cxn modelId="{66E566D6-C9FD-48EE-83FE-A3A31A6F8472}" type="presOf" srcId="{B0A4A979-7750-4A0C-85A3-3B995D11A66C}" destId="{D2878C46-239B-4ADA-8DC7-7A85D4F77BFB}" srcOrd="0" destOrd="1" presId="urn:microsoft.com/office/officeart/2005/8/layout/vList2"/>
    <dgm:cxn modelId="{EE41CBEE-A0F4-4759-B36F-CD9E29945CA0}" type="presOf" srcId="{6347F880-93DB-465D-AF8B-0F9BE9C18FA6}" destId="{D2878C46-239B-4ADA-8DC7-7A85D4F77BFB}" srcOrd="0" destOrd="2" presId="urn:microsoft.com/office/officeart/2005/8/layout/vList2"/>
    <dgm:cxn modelId="{544242C2-2317-421C-B714-901B0B61AAB8}" type="presParOf" srcId="{7DC33211-4EF1-4587-8F8D-4BDEEDF6FF3C}" destId="{1468BE06-505D-4866-89EA-6FB66BD2CD6E}" srcOrd="0" destOrd="0" presId="urn:microsoft.com/office/officeart/2005/8/layout/vList2"/>
    <dgm:cxn modelId="{1634B194-E617-44B8-B7A2-1B4E9D042FC0}" type="presParOf" srcId="{7DC33211-4EF1-4587-8F8D-4BDEEDF6FF3C}" destId="{028F08A6-BC31-4D63-9949-EE52E0EF9CD4}" srcOrd="1" destOrd="0" presId="urn:microsoft.com/office/officeart/2005/8/layout/vList2"/>
    <dgm:cxn modelId="{773CF20F-A3B6-4C94-A8D5-E92E41A5A409}" type="presParOf" srcId="{7DC33211-4EF1-4587-8F8D-4BDEEDF6FF3C}" destId="{D0A175C8-F1F3-4390-981F-6A68B469302A}" srcOrd="2" destOrd="0" presId="urn:microsoft.com/office/officeart/2005/8/layout/vList2"/>
    <dgm:cxn modelId="{29A3AC2D-AB02-438B-B2CA-DEDE371E15B9}" type="presParOf" srcId="{7DC33211-4EF1-4587-8F8D-4BDEEDF6FF3C}" destId="{C54099C6-868E-480D-8719-D10733E93B86}" srcOrd="3" destOrd="0" presId="urn:microsoft.com/office/officeart/2005/8/layout/vList2"/>
    <dgm:cxn modelId="{6AC9EC8D-41CE-494A-A269-A7B0B0171A96}" type="presParOf" srcId="{7DC33211-4EF1-4587-8F8D-4BDEEDF6FF3C}" destId="{179F9358-CDCD-418D-A711-E1FA11E5263D}" srcOrd="4" destOrd="0" presId="urn:microsoft.com/office/officeart/2005/8/layout/vList2"/>
    <dgm:cxn modelId="{5BE636B3-9C01-4B20-B754-49DF078C7B5D}" type="presParOf" srcId="{7DC33211-4EF1-4587-8F8D-4BDEEDF6FF3C}" destId="{9CBC5433-7CAE-44D1-8BE6-585C7C466D68}" srcOrd="5" destOrd="0" presId="urn:microsoft.com/office/officeart/2005/8/layout/vList2"/>
    <dgm:cxn modelId="{0B081576-07C8-4628-8E49-7FB1095C1D24}" type="presParOf" srcId="{7DC33211-4EF1-4587-8F8D-4BDEEDF6FF3C}" destId="{1D195DC6-C0AB-4D52-8B67-E8E29D9D548E}" srcOrd="6" destOrd="0" presId="urn:microsoft.com/office/officeart/2005/8/layout/vList2"/>
    <dgm:cxn modelId="{5C1BB7CD-AD9A-49C3-92BB-EE4AC0F7C164}" type="presParOf" srcId="{7DC33211-4EF1-4587-8F8D-4BDEEDF6FF3C}" destId="{D2878C46-239B-4ADA-8DC7-7A85D4F77BFB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AC39DA-D05D-447F-A93E-675E928A3A4B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B85FC0-1260-4145-AE15-E5F16DEDF455}">
      <dgm:prSet/>
      <dgm:spPr/>
      <dgm:t>
        <a:bodyPr/>
        <a:lstStyle/>
        <a:p>
          <a:r>
            <a:rPr lang="en-US"/>
            <a:t>Numerical Factors played a large role</a:t>
          </a:r>
        </a:p>
      </dgm:t>
    </dgm:pt>
    <dgm:pt modelId="{ABEB13AD-4D98-409A-A215-60D3DCA4E326}" type="parTrans" cxnId="{0378720B-FD0F-4ED0-ABF2-40AB2A15A3E1}">
      <dgm:prSet/>
      <dgm:spPr/>
      <dgm:t>
        <a:bodyPr/>
        <a:lstStyle/>
        <a:p>
          <a:endParaRPr lang="en-US"/>
        </a:p>
      </dgm:t>
    </dgm:pt>
    <dgm:pt modelId="{2D54AF09-064D-43B6-B518-16E9FC4777AD}" type="sibTrans" cxnId="{0378720B-FD0F-4ED0-ABF2-40AB2A15A3E1}">
      <dgm:prSet/>
      <dgm:spPr/>
      <dgm:t>
        <a:bodyPr/>
        <a:lstStyle/>
        <a:p>
          <a:endParaRPr lang="en-US"/>
        </a:p>
      </dgm:t>
    </dgm:pt>
    <dgm:pt modelId="{A4EE6F74-7D6C-4534-8CE2-B92C77F910E0}">
      <dgm:prSet/>
      <dgm:spPr/>
      <dgm:t>
        <a:bodyPr/>
        <a:lstStyle/>
        <a:p>
          <a:r>
            <a:rPr lang="en-US" dirty="0"/>
            <a:t>Categorical data was difficult to model</a:t>
          </a:r>
        </a:p>
      </dgm:t>
    </dgm:pt>
    <dgm:pt modelId="{90B14EC9-E762-4020-9E26-38DC4E0DDF39}" type="parTrans" cxnId="{364A6C51-A042-4E0C-A686-4213DCEC71E0}">
      <dgm:prSet/>
      <dgm:spPr/>
      <dgm:t>
        <a:bodyPr/>
        <a:lstStyle/>
        <a:p>
          <a:endParaRPr lang="en-US"/>
        </a:p>
      </dgm:t>
    </dgm:pt>
    <dgm:pt modelId="{3F8BC607-F529-43D4-8D54-4B03E812CD34}" type="sibTrans" cxnId="{364A6C51-A042-4E0C-A686-4213DCEC71E0}">
      <dgm:prSet/>
      <dgm:spPr/>
      <dgm:t>
        <a:bodyPr/>
        <a:lstStyle/>
        <a:p>
          <a:endParaRPr lang="en-US"/>
        </a:p>
      </dgm:t>
    </dgm:pt>
    <dgm:pt modelId="{AD695F9B-5136-4B2F-814B-DAB0075B5A1F}">
      <dgm:prSet/>
      <dgm:spPr/>
      <dgm:t>
        <a:bodyPr/>
        <a:lstStyle/>
        <a:p>
          <a:r>
            <a:rPr lang="en-US"/>
            <a:t>One social or economic factor does not dominate exam scores</a:t>
          </a:r>
        </a:p>
      </dgm:t>
    </dgm:pt>
    <dgm:pt modelId="{FD92AB30-8C71-40D4-8E3F-A95D1BD4723C}" type="parTrans" cxnId="{69820D40-6F64-40F3-B1A0-F0B10BE6EAE1}">
      <dgm:prSet/>
      <dgm:spPr/>
      <dgm:t>
        <a:bodyPr/>
        <a:lstStyle/>
        <a:p>
          <a:endParaRPr lang="en-US"/>
        </a:p>
      </dgm:t>
    </dgm:pt>
    <dgm:pt modelId="{63A3363E-2943-4538-A2D6-C4182F2F40FA}" type="sibTrans" cxnId="{69820D40-6F64-40F3-B1A0-F0B10BE6EAE1}">
      <dgm:prSet/>
      <dgm:spPr/>
      <dgm:t>
        <a:bodyPr/>
        <a:lstStyle/>
        <a:p>
          <a:endParaRPr lang="en-US"/>
        </a:p>
      </dgm:t>
    </dgm:pt>
    <dgm:pt modelId="{3ADDC3EA-DDE4-4599-858A-6797CF13BDC2}" type="pres">
      <dgm:prSet presAssocID="{B1AC39DA-D05D-447F-A93E-675E928A3A4B}" presName="outerComposite" presStyleCnt="0">
        <dgm:presLayoutVars>
          <dgm:chMax val="5"/>
          <dgm:dir/>
          <dgm:resizeHandles val="exact"/>
        </dgm:presLayoutVars>
      </dgm:prSet>
      <dgm:spPr/>
    </dgm:pt>
    <dgm:pt modelId="{41D36734-1415-4FD3-AD61-48D595F4D3CC}" type="pres">
      <dgm:prSet presAssocID="{B1AC39DA-D05D-447F-A93E-675E928A3A4B}" presName="dummyMaxCanvas" presStyleCnt="0">
        <dgm:presLayoutVars/>
      </dgm:prSet>
      <dgm:spPr/>
    </dgm:pt>
    <dgm:pt modelId="{F8DEC114-D5C0-4315-A47D-A04354AC16BA}" type="pres">
      <dgm:prSet presAssocID="{B1AC39DA-D05D-447F-A93E-675E928A3A4B}" presName="ThreeNodes_1" presStyleLbl="node1" presStyleIdx="0" presStyleCnt="3">
        <dgm:presLayoutVars>
          <dgm:bulletEnabled val="1"/>
        </dgm:presLayoutVars>
      </dgm:prSet>
      <dgm:spPr/>
    </dgm:pt>
    <dgm:pt modelId="{9150DB79-54B9-493D-B5CE-92019F6026AD}" type="pres">
      <dgm:prSet presAssocID="{B1AC39DA-D05D-447F-A93E-675E928A3A4B}" presName="ThreeNodes_2" presStyleLbl="node1" presStyleIdx="1" presStyleCnt="3">
        <dgm:presLayoutVars>
          <dgm:bulletEnabled val="1"/>
        </dgm:presLayoutVars>
      </dgm:prSet>
      <dgm:spPr/>
    </dgm:pt>
    <dgm:pt modelId="{763E964A-DA5A-488B-953F-1E7CAEF4E92F}" type="pres">
      <dgm:prSet presAssocID="{B1AC39DA-D05D-447F-A93E-675E928A3A4B}" presName="ThreeNodes_3" presStyleLbl="node1" presStyleIdx="2" presStyleCnt="3">
        <dgm:presLayoutVars>
          <dgm:bulletEnabled val="1"/>
        </dgm:presLayoutVars>
      </dgm:prSet>
      <dgm:spPr/>
    </dgm:pt>
    <dgm:pt modelId="{BBC0E4EE-0668-4606-A6CE-EA0BBB20F770}" type="pres">
      <dgm:prSet presAssocID="{B1AC39DA-D05D-447F-A93E-675E928A3A4B}" presName="ThreeConn_1-2" presStyleLbl="fgAccFollowNode1" presStyleIdx="0" presStyleCnt="2">
        <dgm:presLayoutVars>
          <dgm:bulletEnabled val="1"/>
        </dgm:presLayoutVars>
      </dgm:prSet>
      <dgm:spPr/>
    </dgm:pt>
    <dgm:pt modelId="{EB7F25D7-FD93-425A-BB7A-8E156CED0399}" type="pres">
      <dgm:prSet presAssocID="{B1AC39DA-D05D-447F-A93E-675E928A3A4B}" presName="ThreeConn_2-3" presStyleLbl="fgAccFollowNode1" presStyleIdx="1" presStyleCnt="2">
        <dgm:presLayoutVars>
          <dgm:bulletEnabled val="1"/>
        </dgm:presLayoutVars>
      </dgm:prSet>
      <dgm:spPr/>
    </dgm:pt>
    <dgm:pt modelId="{ED332411-8788-40FA-B5E4-C431DC6E50F0}" type="pres">
      <dgm:prSet presAssocID="{B1AC39DA-D05D-447F-A93E-675E928A3A4B}" presName="ThreeNodes_1_text" presStyleLbl="node1" presStyleIdx="2" presStyleCnt="3">
        <dgm:presLayoutVars>
          <dgm:bulletEnabled val="1"/>
        </dgm:presLayoutVars>
      </dgm:prSet>
      <dgm:spPr/>
    </dgm:pt>
    <dgm:pt modelId="{4896198C-D6BE-452E-AD55-FE7B9044FBE0}" type="pres">
      <dgm:prSet presAssocID="{B1AC39DA-D05D-447F-A93E-675E928A3A4B}" presName="ThreeNodes_2_text" presStyleLbl="node1" presStyleIdx="2" presStyleCnt="3">
        <dgm:presLayoutVars>
          <dgm:bulletEnabled val="1"/>
        </dgm:presLayoutVars>
      </dgm:prSet>
      <dgm:spPr/>
    </dgm:pt>
    <dgm:pt modelId="{F87161DB-FBEB-431C-B907-5039873C4319}" type="pres">
      <dgm:prSet presAssocID="{B1AC39DA-D05D-447F-A93E-675E928A3A4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378720B-FD0F-4ED0-ABF2-40AB2A15A3E1}" srcId="{B1AC39DA-D05D-447F-A93E-675E928A3A4B}" destId="{65B85FC0-1260-4145-AE15-E5F16DEDF455}" srcOrd="0" destOrd="0" parTransId="{ABEB13AD-4D98-409A-A215-60D3DCA4E326}" sibTransId="{2D54AF09-064D-43B6-B518-16E9FC4777AD}"/>
    <dgm:cxn modelId="{7B75B10B-C600-4362-8570-7F51DB109322}" type="presOf" srcId="{AD695F9B-5136-4B2F-814B-DAB0075B5A1F}" destId="{763E964A-DA5A-488B-953F-1E7CAEF4E92F}" srcOrd="0" destOrd="0" presId="urn:microsoft.com/office/officeart/2005/8/layout/vProcess5"/>
    <dgm:cxn modelId="{69820D40-6F64-40F3-B1A0-F0B10BE6EAE1}" srcId="{B1AC39DA-D05D-447F-A93E-675E928A3A4B}" destId="{AD695F9B-5136-4B2F-814B-DAB0075B5A1F}" srcOrd="2" destOrd="0" parTransId="{FD92AB30-8C71-40D4-8E3F-A95D1BD4723C}" sibTransId="{63A3363E-2943-4538-A2D6-C4182F2F40FA}"/>
    <dgm:cxn modelId="{364A6C51-A042-4E0C-A686-4213DCEC71E0}" srcId="{B1AC39DA-D05D-447F-A93E-675E928A3A4B}" destId="{A4EE6F74-7D6C-4534-8CE2-B92C77F910E0}" srcOrd="1" destOrd="0" parTransId="{90B14EC9-E762-4020-9E26-38DC4E0DDF39}" sibTransId="{3F8BC607-F529-43D4-8D54-4B03E812CD34}"/>
    <dgm:cxn modelId="{BDC4AC56-D71B-4208-B91B-298F2634F837}" type="presOf" srcId="{AD695F9B-5136-4B2F-814B-DAB0075B5A1F}" destId="{F87161DB-FBEB-431C-B907-5039873C4319}" srcOrd="1" destOrd="0" presId="urn:microsoft.com/office/officeart/2005/8/layout/vProcess5"/>
    <dgm:cxn modelId="{78D8A47B-C6E5-4090-BF03-98FDA8210137}" type="presOf" srcId="{65B85FC0-1260-4145-AE15-E5F16DEDF455}" destId="{ED332411-8788-40FA-B5E4-C431DC6E50F0}" srcOrd="1" destOrd="0" presId="urn:microsoft.com/office/officeart/2005/8/layout/vProcess5"/>
    <dgm:cxn modelId="{F364639C-3C58-4525-842F-D63B617C0A19}" type="presOf" srcId="{A4EE6F74-7D6C-4534-8CE2-B92C77F910E0}" destId="{4896198C-D6BE-452E-AD55-FE7B9044FBE0}" srcOrd="1" destOrd="0" presId="urn:microsoft.com/office/officeart/2005/8/layout/vProcess5"/>
    <dgm:cxn modelId="{41AD2BB0-C43A-4EFC-9502-D7617F6EC621}" type="presOf" srcId="{65B85FC0-1260-4145-AE15-E5F16DEDF455}" destId="{F8DEC114-D5C0-4315-A47D-A04354AC16BA}" srcOrd="0" destOrd="0" presId="urn:microsoft.com/office/officeart/2005/8/layout/vProcess5"/>
    <dgm:cxn modelId="{70985BB4-A2DD-4B75-9A40-7307BD086B3A}" type="presOf" srcId="{A4EE6F74-7D6C-4534-8CE2-B92C77F910E0}" destId="{9150DB79-54B9-493D-B5CE-92019F6026AD}" srcOrd="0" destOrd="0" presId="urn:microsoft.com/office/officeart/2005/8/layout/vProcess5"/>
    <dgm:cxn modelId="{414E91BC-218A-420B-BBF4-9008A38C30DD}" type="presOf" srcId="{3F8BC607-F529-43D4-8D54-4B03E812CD34}" destId="{EB7F25D7-FD93-425A-BB7A-8E156CED0399}" srcOrd="0" destOrd="0" presId="urn:microsoft.com/office/officeart/2005/8/layout/vProcess5"/>
    <dgm:cxn modelId="{F900E7DF-71FD-4470-B5A3-CF0AB4DCCDD8}" type="presOf" srcId="{2D54AF09-064D-43B6-B518-16E9FC4777AD}" destId="{BBC0E4EE-0668-4606-A6CE-EA0BBB20F770}" srcOrd="0" destOrd="0" presId="urn:microsoft.com/office/officeart/2005/8/layout/vProcess5"/>
    <dgm:cxn modelId="{0E7E80E2-606E-4C4B-A4DA-C1732E3C5355}" type="presOf" srcId="{B1AC39DA-D05D-447F-A93E-675E928A3A4B}" destId="{3ADDC3EA-DDE4-4599-858A-6797CF13BDC2}" srcOrd="0" destOrd="0" presId="urn:microsoft.com/office/officeart/2005/8/layout/vProcess5"/>
    <dgm:cxn modelId="{650E5057-D943-4211-81AF-D43209796484}" type="presParOf" srcId="{3ADDC3EA-DDE4-4599-858A-6797CF13BDC2}" destId="{41D36734-1415-4FD3-AD61-48D595F4D3CC}" srcOrd="0" destOrd="0" presId="urn:microsoft.com/office/officeart/2005/8/layout/vProcess5"/>
    <dgm:cxn modelId="{7A73D2A9-E9BB-45E8-8D26-312A19A0609D}" type="presParOf" srcId="{3ADDC3EA-DDE4-4599-858A-6797CF13BDC2}" destId="{F8DEC114-D5C0-4315-A47D-A04354AC16BA}" srcOrd="1" destOrd="0" presId="urn:microsoft.com/office/officeart/2005/8/layout/vProcess5"/>
    <dgm:cxn modelId="{50CD6B6A-04B3-4DA6-AE6B-65EFACC1F0D9}" type="presParOf" srcId="{3ADDC3EA-DDE4-4599-858A-6797CF13BDC2}" destId="{9150DB79-54B9-493D-B5CE-92019F6026AD}" srcOrd="2" destOrd="0" presId="urn:microsoft.com/office/officeart/2005/8/layout/vProcess5"/>
    <dgm:cxn modelId="{DE7AFD25-2468-40EA-900B-40AD865B8E60}" type="presParOf" srcId="{3ADDC3EA-DDE4-4599-858A-6797CF13BDC2}" destId="{763E964A-DA5A-488B-953F-1E7CAEF4E92F}" srcOrd="3" destOrd="0" presId="urn:microsoft.com/office/officeart/2005/8/layout/vProcess5"/>
    <dgm:cxn modelId="{07AA6078-4CFB-4B8D-A86F-390044ACAACA}" type="presParOf" srcId="{3ADDC3EA-DDE4-4599-858A-6797CF13BDC2}" destId="{BBC0E4EE-0668-4606-A6CE-EA0BBB20F770}" srcOrd="4" destOrd="0" presId="urn:microsoft.com/office/officeart/2005/8/layout/vProcess5"/>
    <dgm:cxn modelId="{AAE3FCE2-43C3-4BDA-935E-5E21AD00B4C4}" type="presParOf" srcId="{3ADDC3EA-DDE4-4599-858A-6797CF13BDC2}" destId="{EB7F25D7-FD93-425A-BB7A-8E156CED0399}" srcOrd="5" destOrd="0" presId="urn:microsoft.com/office/officeart/2005/8/layout/vProcess5"/>
    <dgm:cxn modelId="{82CE2DEB-405F-46A9-BB6C-52FC77C16457}" type="presParOf" srcId="{3ADDC3EA-DDE4-4599-858A-6797CF13BDC2}" destId="{ED332411-8788-40FA-B5E4-C431DC6E50F0}" srcOrd="6" destOrd="0" presId="urn:microsoft.com/office/officeart/2005/8/layout/vProcess5"/>
    <dgm:cxn modelId="{8EC1AF3C-36ED-4FAA-B625-79864253A3B1}" type="presParOf" srcId="{3ADDC3EA-DDE4-4599-858A-6797CF13BDC2}" destId="{4896198C-D6BE-452E-AD55-FE7B9044FBE0}" srcOrd="7" destOrd="0" presId="urn:microsoft.com/office/officeart/2005/8/layout/vProcess5"/>
    <dgm:cxn modelId="{D0A52297-24EA-4DF8-8C1E-05DC2DC5857D}" type="presParOf" srcId="{3ADDC3EA-DDE4-4599-858A-6797CF13BDC2}" destId="{F87161DB-FBEB-431C-B907-5039873C431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710A7C-362B-41BC-AF0D-3665DC275881}">
      <dsp:nvSpPr>
        <dsp:cNvPr id="0" name=""/>
        <dsp:cNvSpPr/>
      </dsp:nvSpPr>
      <dsp:spPr>
        <a:xfrm>
          <a:off x="0" y="852906"/>
          <a:ext cx="5914209" cy="15745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1223E-474A-40A3-82DC-43F8367FA987}">
      <dsp:nvSpPr>
        <dsp:cNvPr id="0" name=""/>
        <dsp:cNvSpPr/>
      </dsp:nvSpPr>
      <dsp:spPr>
        <a:xfrm>
          <a:off x="476315" y="1207191"/>
          <a:ext cx="866028" cy="8660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A2D0B-C8D5-42E6-ACDF-CD495106511C}">
      <dsp:nvSpPr>
        <dsp:cNvPr id="0" name=""/>
        <dsp:cNvSpPr/>
      </dsp:nvSpPr>
      <dsp:spPr>
        <a:xfrm>
          <a:off x="1818659" y="852906"/>
          <a:ext cx="4095549" cy="157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45" tIns="166645" rIns="166645" bIns="16664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Regression Question: How do </a:t>
          </a:r>
          <a:r>
            <a:rPr lang="en-US" sz="2200" kern="1200" dirty="0" err="1"/>
            <a:t>Hours_Studied</a:t>
          </a:r>
          <a:r>
            <a:rPr lang="en-US" sz="2200" kern="1200" dirty="0"/>
            <a:t>, and </a:t>
          </a:r>
          <a:r>
            <a:rPr lang="en-US" sz="2200" kern="1200" dirty="0" err="1"/>
            <a:t>Sleep_Hours</a:t>
          </a:r>
          <a:r>
            <a:rPr lang="en-US" sz="2200" kern="1200" dirty="0"/>
            <a:t> predict a student's exam score?</a:t>
          </a:r>
        </a:p>
      </dsp:txBody>
      <dsp:txXfrm>
        <a:off x="1818659" y="852906"/>
        <a:ext cx="4095549" cy="1574597"/>
      </dsp:txXfrm>
    </dsp:sp>
    <dsp:sp modelId="{0D6F687C-71DC-486C-ACDE-522CEF8D0BBF}">
      <dsp:nvSpPr>
        <dsp:cNvPr id="0" name=""/>
        <dsp:cNvSpPr/>
      </dsp:nvSpPr>
      <dsp:spPr>
        <a:xfrm>
          <a:off x="0" y="2821153"/>
          <a:ext cx="5914209" cy="15745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0E1E5-D5B5-4B94-849C-1A9C29E35B0A}">
      <dsp:nvSpPr>
        <dsp:cNvPr id="0" name=""/>
        <dsp:cNvSpPr/>
      </dsp:nvSpPr>
      <dsp:spPr>
        <a:xfrm>
          <a:off x="476315" y="3175437"/>
          <a:ext cx="866028" cy="8660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DCBB8-E8CB-48E6-9BA6-6357EAE2D5FE}">
      <dsp:nvSpPr>
        <dsp:cNvPr id="0" name=""/>
        <dsp:cNvSpPr/>
      </dsp:nvSpPr>
      <dsp:spPr>
        <a:xfrm>
          <a:off x="1818659" y="2821153"/>
          <a:ext cx="4095549" cy="1574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45" tIns="166645" rIns="166645" bIns="16664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Classification Question: Can we classify whether a student scores above average based on study habits and socioeconomic factors?</a:t>
          </a:r>
        </a:p>
      </dsp:txBody>
      <dsp:txXfrm>
        <a:off x="1818659" y="2821153"/>
        <a:ext cx="4095549" cy="15745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8BE06-505D-4866-89EA-6FB66BD2CD6E}">
      <dsp:nvSpPr>
        <dsp:cNvPr id="0" name=""/>
        <dsp:cNvSpPr/>
      </dsp:nvSpPr>
      <dsp:spPr>
        <a:xfrm>
          <a:off x="0" y="95305"/>
          <a:ext cx="5914209" cy="857756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6,607 student records</a:t>
          </a:r>
        </a:p>
      </dsp:txBody>
      <dsp:txXfrm>
        <a:off x="41872" y="137177"/>
        <a:ext cx="5830465" cy="774012"/>
      </dsp:txXfrm>
    </dsp:sp>
    <dsp:sp modelId="{D0A175C8-F1F3-4390-981F-6A68B469302A}">
      <dsp:nvSpPr>
        <dsp:cNvPr id="0" name=""/>
        <dsp:cNvSpPr/>
      </dsp:nvSpPr>
      <dsp:spPr>
        <a:xfrm>
          <a:off x="0" y="1019302"/>
          <a:ext cx="5914209" cy="857756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750137"/>
                <a:satOff val="-13193"/>
                <a:lumOff val="523"/>
                <a:alphaOff val="0"/>
                <a:shade val="74000"/>
                <a:satMod val="130000"/>
                <a:lumMod val="90000"/>
              </a:schemeClr>
              <a:schemeClr val="accent2">
                <a:hueOff val="750137"/>
                <a:satOff val="-13193"/>
                <a:lumOff val="523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Numerical</a:t>
          </a:r>
          <a:r>
            <a:rPr lang="en-US" sz="2300" kern="1200"/>
            <a:t>: Hours_Studied, Sleep_Hours, Attendance, Tutoring_Sessions</a:t>
          </a:r>
        </a:p>
      </dsp:txBody>
      <dsp:txXfrm>
        <a:off x="41872" y="1061174"/>
        <a:ext cx="5830465" cy="774012"/>
      </dsp:txXfrm>
    </dsp:sp>
    <dsp:sp modelId="{179F9358-CDCD-418D-A711-E1FA11E5263D}">
      <dsp:nvSpPr>
        <dsp:cNvPr id="0" name=""/>
        <dsp:cNvSpPr/>
      </dsp:nvSpPr>
      <dsp:spPr>
        <a:xfrm>
          <a:off x="0" y="1943298"/>
          <a:ext cx="5914209" cy="857756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1500273"/>
                <a:satOff val="-26385"/>
                <a:lumOff val="1046"/>
                <a:alphaOff val="0"/>
                <a:shade val="74000"/>
                <a:satMod val="130000"/>
                <a:lumMod val="90000"/>
              </a:schemeClr>
              <a:schemeClr val="accent2">
                <a:hueOff val="1500273"/>
                <a:satOff val="-26385"/>
                <a:lumOff val="1046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Categorical: Gender, Parental_Education_Level, Motivation_Level, etc…</a:t>
          </a:r>
        </a:p>
      </dsp:txBody>
      <dsp:txXfrm>
        <a:off x="41872" y="1985170"/>
        <a:ext cx="5830465" cy="774012"/>
      </dsp:txXfrm>
    </dsp:sp>
    <dsp:sp modelId="{1D195DC6-C0AB-4D52-8B67-E8E29D9D548E}">
      <dsp:nvSpPr>
        <dsp:cNvPr id="0" name=""/>
        <dsp:cNvSpPr/>
      </dsp:nvSpPr>
      <dsp:spPr>
        <a:xfrm>
          <a:off x="0" y="2867294"/>
          <a:ext cx="5914209" cy="857756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2250410"/>
                <a:satOff val="-39578"/>
                <a:lumOff val="1569"/>
                <a:alphaOff val="0"/>
                <a:shade val="74000"/>
                <a:satMod val="130000"/>
                <a:lumMod val="90000"/>
              </a:schemeClr>
              <a:schemeClr val="accent2">
                <a:hueOff val="2250410"/>
                <a:satOff val="-39578"/>
                <a:lumOff val="1569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Key Attributes</a:t>
          </a:r>
        </a:p>
      </dsp:txBody>
      <dsp:txXfrm>
        <a:off x="41872" y="2909166"/>
        <a:ext cx="5830465" cy="774012"/>
      </dsp:txXfrm>
    </dsp:sp>
    <dsp:sp modelId="{D2878C46-239B-4ADA-8DC7-7A85D4F77BFB}">
      <dsp:nvSpPr>
        <dsp:cNvPr id="0" name=""/>
        <dsp:cNvSpPr/>
      </dsp:nvSpPr>
      <dsp:spPr>
        <a:xfrm>
          <a:off x="0" y="3725051"/>
          <a:ext cx="5914209" cy="1428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776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Exam_Score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Hours_Studied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/>
            <a:t>Above_Average_Score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 Attendance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Mean Exam Score</a:t>
          </a:r>
        </a:p>
      </dsp:txBody>
      <dsp:txXfrm>
        <a:off x="0" y="3725051"/>
        <a:ext cx="5914209" cy="14283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DEC114-D5C0-4315-A47D-A04354AC16BA}">
      <dsp:nvSpPr>
        <dsp:cNvPr id="0" name=""/>
        <dsp:cNvSpPr/>
      </dsp:nvSpPr>
      <dsp:spPr>
        <a:xfrm>
          <a:off x="0" y="0"/>
          <a:ext cx="5027077" cy="157459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Numerical Factors played a large role</a:t>
          </a:r>
        </a:p>
      </dsp:txBody>
      <dsp:txXfrm>
        <a:off x="46118" y="46118"/>
        <a:ext cx="3327965" cy="1482361"/>
      </dsp:txXfrm>
    </dsp:sp>
    <dsp:sp modelId="{9150DB79-54B9-493D-B5CE-92019F6026AD}">
      <dsp:nvSpPr>
        <dsp:cNvPr id="0" name=""/>
        <dsp:cNvSpPr/>
      </dsp:nvSpPr>
      <dsp:spPr>
        <a:xfrm>
          <a:off x="443565" y="1837029"/>
          <a:ext cx="5027077" cy="157459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1125205"/>
                <a:satOff val="-19789"/>
                <a:lumOff val="784"/>
                <a:alphaOff val="0"/>
                <a:shade val="74000"/>
                <a:satMod val="130000"/>
                <a:lumMod val="90000"/>
              </a:schemeClr>
              <a:schemeClr val="accent2">
                <a:hueOff val="1125205"/>
                <a:satOff val="-19789"/>
                <a:lumOff val="784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Categorical data was difficult to model</a:t>
          </a:r>
        </a:p>
      </dsp:txBody>
      <dsp:txXfrm>
        <a:off x="489683" y="1883147"/>
        <a:ext cx="3467787" cy="1482361"/>
      </dsp:txXfrm>
    </dsp:sp>
    <dsp:sp modelId="{763E964A-DA5A-488B-953F-1E7CAEF4E92F}">
      <dsp:nvSpPr>
        <dsp:cNvPr id="0" name=""/>
        <dsp:cNvSpPr/>
      </dsp:nvSpPr>
      <dsp:spPr>
        <a:xfrm>
          <a:off x="887131" y="3674059"/>
          <a:ext cx="5027077" cy="157459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2250410"/>
                <a:satOff val="-39578"/>
                <a:lumOff val="1569"/>
                <a:alphaOff val="0"/>
                <a:shade val="74000"/>
                <a:satMod val="130000"/>
                <a:lumMod val="90000"/>
              </a:schemeClr>
              <a:schemeClr val="accent2">
                <a:hueOff val="2250410"/>
                <a:satOff val="-39578"/>
                <a:lumOff val="1569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One social or economic factor does not dominate exam scores</a:t>
          </a:r>
        </a:p>
      </dsp:txBody>
      <dsp:txXfrm>
        <a:off x="933249" y="3720177"/>
        <a:ext cx="3467787" cy="1482361"/>
      </dsp:txXfrm>
    </dsp:sp>
    <dsp:sp modelId="{BBC0E4EE-0668-4606-A6CE-EA0BBB20F770}">
      <dsp:nvSpPr>
        <dsp:cNvPr id="0" name=""/>
        <dsp:cNvSpPr/>
      </dsp:nvSpPr>
      <dsp:spPr>
        <a:xfrm>
          <a:off x="4003589" y="1194069"/>
          <a:ext cx="1023488" cy="10234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233874" y="1194069"/>
        <a:ext cx="562918" cy="770175"/>
      </dsp:txXfrm>
    </dsp:sp>
    <dsp:sp modelId="{EB7F25D7-FD93-425A-BB7A-8E156CED0399}">
      <dsp:nvSpPr>
        <dsp:cNvPr id="0" name=""/>
        <dsp:cNvSpPr/>
      </dsp:nvSpPr>
      <dsp:spPr>
        <a:xfrm>
          <a:off x="4447155" y="3020602"/>
          <a:ext cx="1023488" cy="10234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14922"/>
            <a:satOff val="-18848"/>
            <a:lumOff val="-107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2214922"/>
              <a:satOff val="-18848"/>
              <a:lumOff val="-107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677440" y="3020602"/>
        <a:ext cx="562918" cy="770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451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1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701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49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57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59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7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692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9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10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804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167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171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64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512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828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046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46E70AC-A42C-4966-99E7-F712DE12B7DE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9BC63F5-642A-4FE0-BC5E-AA260D497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4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CB68-CB7D-5154-21FE-3A2AE7AC70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Student Data Analyst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DCAB6-9C39-C6EC-4A33-2DAEF73E8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Christopher Douglas</a:t>
            </a:r>
          </a:p>
        </p:txBody>
      </p:sp>
    </p:spTree>
    <p:extLst>
      <p:ext uri="{BB962C8B-B14F-4D97-AF65-F5344CB8AC3E}">
        <p14:creationId xmlns:p14="http://schemas.microsoft.com/office/powerpoint/2010/main" val="379775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CA9E50-B76A-428A-92C9-9BAC41446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5E3F79-81BB-4454-A267-DDCA42824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8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F375A4-17F0-4BA7-B751-68BFAAEC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B62FC-77A7-0F80-8930-D3910D127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99" y="1055077"/>
            <a:ext cx="2532909" cy="479457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Research Question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2122D3-4056-4C50-B4AC-74BB2940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053" y="-2"/>
            <a:ext cx="753994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762C26-03FC-D9E2-3E33-9E884AAA5B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8625743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2158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CA9E50-B76A-428A-92C9-9BAC41446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5E3F79-81BB-4454-A267-DDCA42824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8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F375A4-17F0-4BA7-B751-68BFAAEC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3887B-FB0D-ED23-7B43-91AD8606B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99" y="1055077"/>
            <a:ext cx="2532909" cy="479457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Dataset Overview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2122D3-4056-4C50-B4AC-74BB2940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053" y="-2"/>
            <a:ext cx="753994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5D2CE3-FDCD-5F02-4FC7-464746425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9289198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711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0F82E3E-E291-4077-9561-D03BD8817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64A9319-91FB-4B4F-815A-A046C6378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65E65E-138F-4485-AA9E-188DF346C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2DE2924-A79E-4612-8899-041380003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94B8494-882E-4FE9-BFAD-265155874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5BFCFB-CCDF-43A8-888F-E16CF73D2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7A84A88-56D8-46EF-B003-C467C54DD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9" name="Rectangle 28">
              <a:extLst>
                <a:ext uri="{FF2B5EF4-FFF2-40B4-BE49-F238E27FC236}">
                  <a16:creationId xmlns:a16="http://schemas.microsoft.com/office/drawing/2014/main" id="{BE02409C-AAC9-4B71-B433-1F04779899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04F123D-B711-484C-90B7-7E3EEA540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188825" cy="6856215"/>
              <a:chOff x="0" y="0"/>
              <a:chExt cx="12188825" cy="6856215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FF5BA041-244A-457E-846E-ED0CBCD0EB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88825" cy="6856214"/>
              </a:xfrm>
              <a:prstGeom prst="rect">
                <a:avLst/>
              </a:prstGeom>
            </p:spPr>
          </p:pic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1C4581C-A5C4-46B6-994D-8E954AC8A0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012" y="609600"/>
                <a:ext cx="10972800" cy="5638800"/>
              </a:xfrm>
              <a:prstGeom prst="rect">
                <a:avLst/>
              </a:prstGeom>
              <a:noFill/>
              <a:ln w="15875" cap="flat">
                <a:miter lim="800000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A50DE8B2-6159-4CEA-9388-88C104386F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1" y="76265"/>
                <a:ext cx="758952" cy="606425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06A4A158-2E58-432F-839F-5B3A8133BD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0" y="6173526"/>
                <a:ext cx="758952" cy="606425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9E2782-9117-BC0C-E87A-0114E3D3B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0" y="1041401"/>
            <a:ext cx="3079006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Exploratory Data Analysis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057C70-1B97-42CE-9C74-A2B72760F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6432130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C54495-D0A3-0D78-600A-EDA9B02DEC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66" y="1090415"/>
            <a:ext cx="6452907" cy="4515104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EC6C006-F859-490E-A780-57D4CC530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9431" y="3509772"/>
            <a:ext cx="3074977" cy="12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843309-D679-0E5F-C61A-FEC44FE957F3}"/>
              </a:ext>
            </a:extLst>
          </p:cNvPr>
          <p:cNvSpPr txBox="1"/>
          <p:nvPr/>
        </p:nvSpPr>
        <p:spPr>
          <a:xfrm>
            <a:off x="7999431" y="3668486"/>
            <a:ext cx="31207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Exam mean = 67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Max =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Min = 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Pervious score mean = 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Max =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Min = 50</a:t>
            </a:r>
          </a:p>
        </p:txBody>
      </p:sp>
    </p:spTree>
    <p:extLst>
      <p:ext uri="{BB962C8B-B14F-4D97-AF65-F5344CB8AC3E}">
        <p14:creationId xmlns:p14="http://schemas.microsoft.com/office/powerpoint/2010/main" val="1981194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70F82E3E-E291-4077-9561-D03BD8817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64A9319-91FB-4B4F-815A-A046C6378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365E65E-138F-4485-AA9E-188DF346C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2DE2924-A79E-4612-8899-041380003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94B8494-882E-4FE9-BFAD-265155874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A5BFCFB-CCDF-43A8-888F-E16CF73D2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7A84A88-56D8-46EF-B003-C467C54DD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51" name="Rectangle 50">
              <a:extLst>
                <a:ext uri="{FF2B5EF4-FFF2-40B4-BE49-F238E27FC236}">
                  <a16:creationId xmlns:a16="http://schemas.microsoft.com/office/drawing/2014/main" id="{BE02409C-AAC9-4B71-B433-1F04779899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04F123D-B711-484C-90B7-7E3EEA540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188825" cy="6856215"/>
              <a:chOff x="0" y="0"/>
              <a:chExt cx="12188825" cy="6856215"/>
            </a:xfrm>
          </p:grpSpPr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FF5BA041-244A-457E-846E-ED0CBCD0EB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88825" cy="6856214"/>
              </a:xfrm>
              <a:prstGeom prst="rect">
                <a:avLst/>
              </a:prstGeom>
            </p:spPr>
          </p:pic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1C4581C-A5C4-46B6-994D-8E954AC8A0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012" y="609600"/>
                <a:ext cx="10972800" cy="5638800"/>
              </a:xfrm>
              <a:prstGeom prst="rect">
                <a:avLst/>
              </a:prstGeom>
              <a:noFill/>
              <a:ln w="15875" cap="flat">
                <a:miter lim="800000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A50DE8B2-6159-4CEA-9388-88C104386F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1" y="76265"/>
                <a:ext cx="758952" cy="606425"/>
              </a:xfrm>
              <a:prstGeom prst="rect">
                <a:avLst/>
              </a:prstGeom>
            </p:spPr>
          </p:pic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06A4A158-2E58-432F-839F-5B3A8133BD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0" y="6173526"/>
                <a:ext cx="758952" cy="606425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0FC73C-6431-E2A4-3F8C-A36D3AF52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0" y="1041401"/>
            <a:ext cx="3079006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Distribution of Exam Scores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B057C70-1B97-42CE-9C74-A2B72760F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6432130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53D801-BF1A-C5C8-C7E2-C67B421CCD9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5529" b="3"/>
          <a:stretch/>
        </p:blipFill>
        <p:spPr>
          <a:xfrm>
            <a:off x="1665333" y="1410208"/>
            <a:ext cx="5278783" cy="3858780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EC6C006-F859-490E-A780-57D4CC530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9431" y="3509772"/>
            <a:ext cx="3074977" cy="12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105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EEAB1-1911-8CEB-D334-4C9A41BC9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70F82E3E-E291-4077-9561-D03BD8817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64A9319-91FB-4B4F-815A-A046C6378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365E65E-138F-4485-AA9E-188DF346C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2DE2924-A79E-4612-8899-041380003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594B8494-882E-4FE9-BFAD-265155874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A5BFCFB-CCDF-43A8-888F-E16CF73D2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7A84A88-56D8-46EF-B003-C467C54DD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67" name="Rectangle 66">
              <a:extLst>
                <a:ext uri="{FF2B5EF4-FFF2-40B4-BE49-F238E27FC236}">
                  <a16:creationId xmlns:a16="http://schemas.microsoft.com/office/drawing/2014/main" id="{BE02409C-AAC9-4B71-B433-1F04779899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04F123D-B711-484C-90B7-7E3EEA540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188825" cy="6856215"/>
              <a:chOff x="0" y="0"/>
              <a:chExt cx="12188825" cy="6856215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FF5BA041-244A-457E-846E-ED0CBCD0EB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88825" cy="6856214"/>
              </a:xfrm>
              <a:prstGeom prst="rect">
                <a:avLst/>
              </a:prstGeom>
            </p:spPr>
          </p:pic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1C4581C-A5C4-46B6-994D-8E954AC8A0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012" y="609600"/>
                <a:ext cx="10972800" cy="5638800"/>
              </a:xfrm>
              <a:prstGeom prst="rect">
                <a:avLst/>
              </a:prstGeom>
              <a:noFill/>
              <a:ln w="15875" cap="flat">
                <a:miter lim="800000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A50DE8B2-6159-4CEA-9388-88C104386F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1" y="76265"/>
                <a:ext cx="758952" cy="606425"/>
              </a:xfrm>
              <a:prstGeom prst="rect">
                <a:avLst/>
              </a:prstGeom>
            </p:spPr>
          </p:pic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06A4A158-2E58-432F-839F-5B3A8133BD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/>
            </p:blipFill>
            <p:spPr>
              <a:xfrm rot="5400000">
                <a:off x="5706470" y="6173526"/>
                <a:ext cx="758952" cy="606425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76886D-3703-495E-8F9D-5912A49C8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0" y="1041401"/>
            <a:ext cx="3079006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/>
              <a:t>Correlation Heatmap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B057C70-1B97-42CE-9C74-A2B72760F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6432130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00CA61-457C-29D9-72F8-856F3827B5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748" y="1050972"/>
            <a:ext cx="6412025" cy="4556331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EC6C006-F859-490E-A780-57D4CC530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9431" y="3509772"/>
            <a:ext cx="3074977" cy="12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762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87B4-2020-B2FD-AD90-C8308DEB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32099-795C-3313-33BE-5D43425D0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0742" y="5354663"/>
            <a:ext cx="4636009" cy="1224368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Exam_Score</a:t>
            </a:r>
            <a:r>
              <a:rPr lang="en-US" dirty="0"/>
              <a:t> ~ </a:t>
            </a:r>
            <a:r>
              <a:rPr lang="en-US" dirty="0" err="1"/>
              <a:t>Previous_Scores</a:t>
            </a:r>
            <a:r>
              <a:rPr lang="en-US" dirty="0"/>
              <a:t> + </a:t>
            </a:r>
            <a:r>
              <a:rPr lang="en-US" dirty="0" err="1"/>
              <a:t>Hours_Studied</a:t>
            </a:r>
            <a:r>
              <a:rPr lang="en-US" dirty="0"/>
              <a:t> + Attendance + </a:t>
            </a:r>
            <a:r>
              <a:rPr lang="en-US" dirty="0" err="1"/>
              <a:t>Sleep_Hours</a:t>
            </a:r>
            <a:endParaRPr lang="en-US" dirty="0"/>
          </a:p>
          <a:p>
            <a:r>
              <a:rPr lang="en-US" b="1" dirty="0"/>
              <a:t>R-squared:  0.572, p-value: &lt; 2.2e-16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5CB71-F4B3-11C3-8F68-583F86465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5354664"/>
            <a:ext cx="4629913" cy="90665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Exam_Score</a:t>
            </a:r>
            <a:r>
              <a:rPr lang="en-US" dirty="0"/>
              <a:t> ~  </a:t>
            </a:r>
            <a:r>
              <a:rPr lang="en-US" dirty="0" err="1"/>
              <a:t>Sleep_Hours</a:t>
            </a:r>
            <a:r>
              <a:rPr lang="en-US" dirty="0"/>
              <a:t> + </a:t>
            </a:r>
            <a:r>
              <a:rPr lang="en-US" dirty="0" err="1"/>
              <a:t>Hours_Studied</a:t>
            </a:r>
            <a:endParaRPr lang="en-US" dirty="0"/>
          </a:p>
          <a:p>
            <a:r>
              <a:rPr lang="en-US" b="1" dirty="0"/>
              <a:t>R-squared:  0.1987, p-value: &lt; 2.2e-16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8611DF-1AE9-8BE3-4447-0FD98B7F3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3" y="2452127"/>
            <a:ext cx="4718304" cy="29025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90FA9F-0276-AEEF-E36F-BB2980AA0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530" y="2452126"/>
            <a:ext cx="4718305" cy="290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679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EB027-D00F-1DD7-88E6-C0B87129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D538F-4F1F-EEC1-FCD9-48DD11BD9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49D14-1427-8E0C-A430-08AD2256F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8" y="5354664"/>
            <a:ext cx="4718304" cy="658678"/>
          </a:xfrm>
        </p:spPr>
        <p:txBody>
          <a:bodyPr>
            <a:noAutofit/>
          </a:bodyPr>
          <a:lstStyle/>
          <a:p>
            <a:r>
              <a:rPr lang="en-US" sz="1200" dirty="0"/>
              <a:t>(AboveAverage ~ </a:t>
            </a:r>
            <a:r>
              <a:rPr lang="en-US" sz="1200" dirty="0" err="1"/>
              <a:t>Parental_Involvement</a:t>
            </a:r>
            <a:r>
              <a:rPr lang="en-US" sz="1200" dirty="0"/>
              <a:t> + </a:t>
            </a:r>
            <a:r>
              <a:rPr lang="en-US" sz="1200" dirty="0" err="1"/>
              <a:t>Extracurricular_Activities</a:t>
            </a:r>
            <a:r>
              <a:rPr lang="en-US" sz="1200" dirty="0"/>
              <a:t> + </a:t>
            </a:r>
            <a:r>
              <a:rPr lang="en-US" sz="1200" dirty="0" err="1"/>
              <a:t>Motivation_Level</a:t>
            </a:r>
            <a:r>
              <a:rPr lang="en-US" sz="1200" dirty="0"/>
              <a:t> + </a:t>
            </a:r>
            <a:r>
              <a:rPr lang="en-US" sz="1200" dirty="0" err="1"/>
              <a:t>Internet_Access</a:t>
            </a:r>
            <a:r>
              <a:rPr lang="en-US" sz="1200" dirty="0"/>
              <a:t> + </a:t>
            </a:r>
            <a:r>
              <a:rPr lang="en-US" sz="1200" dirty="0" err="1"/>
              <a:t>Family_Income</a:t>
            </a:r>
            <a:r>
              <a:rPr lang="en-US" sz="1200" dirty="0"/>
              <a:t> and </a:t>
            </a:r>
            <a:r>
              <a:rPr lang="en-US" sz="1200" dirty="0" err="1"/>
              <a:t>etc</a:t>
            </a:r>
            <a:r>
              <a:rPr lang="en-US" sz="1200" dirty="0"/>
              <a:t>…</a:t>
            </a:r>
          </a:p>
          <a:p>
            <a:r>
              <a:rPr lang="en-US" sz="1200" b="1" dirty="0"/>
              <a:t>62% Accuracy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6EDBB-ABA7-30A6-9F1C-9F8038C57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5354664"/>
            <a:ext cx="4718304" cy="658678"/>
          </a:xfrm>
        </p:spPr>
        <p:txBody>
          <a:bodyPr>
            <a:noAutofit/>
          </a:bodyPr>
          <a:lstStyle/>
          <a:p>
            <a:r>
              <a:rPr lang="en-US" sz="1200" dirty="0"/>
              <a:t>AboveAverage ~ </a:t>
            </a:r>
            <a:r>
              <a:rPr lang="en-US" sz="1200" dirty="0" err="1"/>
              <a:t>Parental_Involvement</a:t>
            </a:r>
            <a:r>
              <a:rPr lang="en-US" sz="1200" dirty="0"/>
              <a:t> + </a:t>
            </a:r>
            <a:r>
              <a:rPr lang="en-US" sz="1200" dirty="0" err="1"/>
              <a:t>Motivation_Level</a:t>
            </a:r>
            <a:r>
              <a:rPr lang="en-US" sz="1200" dirty="0"/>
              <a:t> + </a:t>
            </a:r>
            <a:r>
              <a:rPr lang="en-US" sz="1200" dirty="0" err="1"/>
              <a:t>Family_Income</a:t>
            </a:r>
            <a:r>
              <a:rPr lang="en-US" sz="1200" dirty="0"/>
              <a:t> + </a:t>
            </a:r>
            <a:r>
              <a:rPr lang="en-US" sz="1200" dirty="0" err="1"/>
              <a:t>Extracurricular_Activities</a:t>
            </a:r>
            <a:r>
              <a:rPr lang="en-US" sz="1200" dirty="0"/>
              <a:t> + </a:t>
            </a:r>
            <a:r>
              <a:rPr lang="en-US" sz="1200" dirty="0" err="1"/>
              <a:t>Peer_Influence</a:t>
            </a:r>
            <a:r>
              <a:rPr lang="en-US" sz="1200" dirty="0"/>
              <a:t> + </a:t>
            </a:r>
            <a:r>
              <a:rPr lang="en-US" sz="1200" dirty="0" err="1"/>
              <a:t>Parental_Education_Level</a:t>
            </a:r>
            <a:r>
              <a:rPr lang="en-US" sz="1200" dirty="0"/>
              <a:t> + </a:t>
            </a:r>
            <a:r>
              <a:rPr lang="en-US" sz="1200" dirty="0" err="1"/>
              <a:t>Teacher_Quality</a:t>
            </a:r>
            <a:endParaRPr lang="en-US" sz="1200" dirty="0"/>
          </a:p>
          <a:p>
            <a:r>
              <a:rPr lang="en-US" sz="1200" b="1" dirty="0"/>
              <a:t>61% Accuracy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EB070E-E34C-FDDD-D677-1F4A540B6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756" y="2427444"/>
            <a:ext cx="4710274" cy="2927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DA188A-4F6B-9EE5-54F8-376E23F00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427445"/>
            <a:ext cx="4710274" cy="292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773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299B-A015-A39E-6A55-48740832B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8CAD-3C5A-2E20-BE4F-C1C275F4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Logistic regression Regression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BDE2E3-F6C9-84BB-2EAF-9FE4916CE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352" y="2425485"/>
            <a:ext cx="4718305" cy="3184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573A7A-1082-2C57-DBE7-683A1E270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657" y="2425485"/>
            <a:ext cx="4803528" cy="31849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CB421B-64AC-D9E5-1053-E8E2E1E7FF6C}"/>
              </a:ext>
            </a:extLst>
          </p:cNvPr>
          <p:cNvSpPr txBox="1"/>
          <p:nvPr/>
        </p:nvSpPr>
        <p:spPr>
          <a:xfrm>
            <a:off x="1292352" y="5610386"/>
            <a:ext cx="4718305" cy="643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B15E28"/>
              </a:buClr>
              <a:buSzPct val="115000"/>
              <a:buFont typeface="Arial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Residual deviance: 6910.3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B15E28"/>
              </a:buClr>
              <a:buSzPct val="115000"/>
              <a:buFont typeface="Arial"/>
              <a:buChar char="•"/>
              <a:tabLst/>
              <a:defRPr/>
            </a:pPr>
            <a:r>
              <a:rPr 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Garamond" panose="02020404030301010803"/>
              </a:rPr>
              <a:t>AIC 6952.3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E1091F-7585-4FCF-6A0A-FC8DC1585F83}"/>
              </a:ext>
            </a:extLst>
          </p:cNvPr>
          <p:cNvSpPr txBox="1"/>
          <p:nvPr/>
        </p:nvSpPr>
        <p:spPr>
          <a:xfrm>
            <a:off x="6093070" y="5610386"/>
            <a:ext cx="4803528" cy="643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B15E28"/>
              </a:buClr>
              <a:buSzPct val="115000"/>
              <a:buFont typeface="Arial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Residual deviance: 7011.3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B15E28"/>
              </a:buClr>
              <a:buSzPct val="115000"/>
              <a:buFont typeface="Arial"/>
              <a:buChar char="•"/>
              <a:tabLst/>
              <a:defRPr/>
            </a:pPr>
            <a:r>
              <a:rPr lang="en-US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Garamond" panose="02020404030301010803"/>
              </a:rPr>
              <a:t>AIC 7043.3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48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CA9E50-B76A-428A-92C9-9BAC41446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5E3F79-81BB-4454-A267-DDCA42824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88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F375A4-17F0-4BA7-B751-68BFAAEC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AE81F-E0B6-12A1-E6E4-86EA75536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99" y="1055077"/>
            <a:ext cx="2532909" cy="479457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262626"/>
                </a:solidFill>
              </a:rPr>
              <a:t>Conclusion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2122D3-4056-4C50-B4AC-74BB2940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053" y="-2"/>
            <a:ext cx="753994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BD6F72-FD3D-6426-3B4E-67C33743B2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6434705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74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F428-CD72-B90F-8D1D-98CF5642B0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5C798-E7B9-C25A-08F3-A1E04F1301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780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600</TotalTime>
  <Words>280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Student Data Analyst</vt:lpstr>
      <vt:lpstr>Research Question</vt:lpstr>
      <vt:lpstr>Dataset Overview</vt:lpstr>
      <vt:lpstr>Exploratory Data Analysis</vt:lpstr>
      <vt:lpstr>Distribution of Exam Scores</vt:lpstr>
      <vt:lpstr>Correlation Heatmap</vt:lpstr>
      <vt:lpstr>Linear Regression</vt:lpstr>
      <vt:lpstr>Classification</vt:lpstr>
      <vt:lpstr>Logistic regression Regression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B. Douglas</dc:creator>
  <cp:lastModifiedBy>Christopher B. Douglas</cp:lastModifiedBy>
  <cp:revision>5</cp:revision>
  <dcterms:created xsi:type="dcterms:W3CDTF">2025-04-08T07:41:21Z</dcterms:created>
  <dcterms:modified xsi:type="dcterms:W3CDTF">2025-05-01T14:42:39Z</dcterms:modified>
</cp:coreProperties>
</file>